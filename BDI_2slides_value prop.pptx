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2.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774" r:id="rId5"/>
    <p:sldMasterId id="2147483842" r:id="rId6"/>
  </p:sldMasterIdLst>
  <p:notesMasterIdLst>
    <p:notesMasterId r:id="rId9"/>
  </p:notesMasterIdLst>
  <p:sldIdLst>
    <p:sldId id="2147480282" r:id="rId7"/>
    <p:sldId id="214748028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CA6CBF-E056-5A5C-735F-6F7150DE71FF}" name="Jon Kiessling (Moody's)" initials="JK" userId="S::kiesslij@moodys.com::92fd1232-570f-4e9f-9551-94e0903aae4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83D"/>
    <a:srgbClr val="FD4835"/>
    <a:srgbClr val="925AB2"/>
    <a:srgbClr val="E3C222"/>
    <a:srgbClr val="5C058C"/>
    <a:srgbClr val="C7AB20"/>
    <a:srgbClr val="F2F2F2"/>
    <a:srgbClr val="5EB6BC"/>
    <a:srgbClr val="2A4217"/>
    <a:srgbClr val="BA01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5033" autoAdjust="0"/>
  </p:normalViewPr>
  <p:slideViewPr>
    <p:cSldViewPr snapToGrid="0">
      <p:cViewPr>
        <p:scale>
          <a:sx n="80" d="100"/>
          <a:sy n="80" d="100"/>
        </p:scale>
        <p:origin x="782" y="16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is Hamar (Moody's)" userId="15e7218b-1246-493b-8af7-e6ffc3a66a7a" providerId="ADAL" clId="{8BBD7D5E-B260-4E39-A003-B25BAE7DE59C}"/>
    <pc:docChg chg="delSld">
      <pc:chgData name="Alexis Hamar (Moody's)" userId="15e7218b-1246-493b-8af7-e6ffc3a66a7a" providerId="ADAL" clId="{8BBD7D5E-B260-4E39-A003-B25BAE7DE59C}" dt="2026-02-17T11:49:07.441" v="1" actId="47"/>
      <pc:docMkLst>
        <pc:docMk/>
      </pc:docMkLst>
      <pc:sldChg chg="del">
        <pc:chgData name="Alexis Hamar (Moody's)" userId="15e7218b-1246-493b-8af7-e6ffc3a66a7a" providerId="ADAL" clId="{8BBD7D5E-B260-4E39-A003-B25BAE7DE59C}" dt="2026-02-17T11:49:07.441" v="1" actId="47"/>
        <pc:sldMkLst>
          <pc:docMk/>
          <pc:sldMk cId="1613150590" sldId="257"/>
        </pc:sldMkLst>
      </pc:sldChg>
      <pc:sldChg chg="del">
        <pc:chgData name="Alexis Hamar (Moody's)" userId="15e7218b-1246-493b-8af7-e6ffc3a66a7a" providerId="ADAL" clId="{8BBD7D5E-B260-4E39-A003-B25BAE7DE59C}" dt="2026-02-17T11:49:07.441" v="1" actId="47"/>
        <pc:sldMkLst>
          <pc:docMk/>
          <pc:sldMk cId="3236898168" sldId="258"/>
        </pc:sldMkLst>
      </pc:sldChg>
      <pc:sldChg chg="del">
        <pc:chgData name="Alexis Hamar (Moody's)" userId="15e7218b-1246-493b-8af7-e6ffc3a66a7a" providerId="ADAL" clId="{8BBD7D5E-B260-4E39-A003-B25BAE7DE59C}" dt="2026-02-17T11:49:03.667" v="0" actId="47"/>
        <pc:sldMkLst>
          <pc:docMk/>
          <pc:sldMk cId="774657960" sldId="305"/>
        </pc:sldMkLst>
      </pc:sldChg>
      <pc:sldChg chg="del">
        <pc:chgData name="Alexis Hamar (Moody's)" userId="15e7218b-1246-493b-8af7-e6ffc3a66a7a" providerId="ADAL" clId="{8BBD7D5E-B260-4E39-A003-B25BAE7DE59C}" dt="2026-02-17T11:49:03.667" v="0" actId="47"/>
        <pc:sldMkLst>
          <pc:docMk/>
          <pc:sldMk cId="1873836347" sldId="362"/>
        </pc:sldMkLst>
      </pc:sldChg>
      <pc:sldChg chg="del">
        <pc:chgData name="Alexis Hamar (Moody's)" userId="15e7218b-1246-493b-8af7-e6ffc3a66a7a" providerId="ADAL" clId="{8BBD7D5E-B260-4E39-A003-B25BAE7DE59C}" dt="2026-02-17T11:49:07.441" v="1" actId="47"/>
        <pc:sldMkLst>
          <pc:docMk/>
          <pc:sldMk cId="3502940637" sldId="2147326759"/>
        </pc:sldMkLst>
      </pc:sldChg>
      <pc:sldChg chg="del">
        <pc:chgData name="Alexis Hamar (Moody's)" userId="15e7218b-1246-493b-8af7-e6ffc3a66a7a" providerId="ADAL" clId="{8BBD7D5E-B260-4E39-A003-B25BAE7DE59C}" dt="2026-02-17T11:49:03.667" v="0" actId="47"/>
        <pc:sldMkLst>
          <pc:docMk/>
          <pc:sldMk cId="650713026" sldId="2147480255"/>
        </pc:sldMkLst>
      </pc:sldChg>
      <pc:sldChg chg="del">
        <pc:chgData name="Alexis Hamar (Moody's)" userId="15e7218b-1246-493b-8af7-e6ffc3a66a7a" providerId="ADAL" clId="{8BBD7D5E-B260-4E39-A003-B25BAE7DE59C}" dt="2026-02-17T11:49:03.667" v="0" actId="47"/>
        <pc:sldMkLst>
          <pc:docMk/>
          <pc:sldMk cId="955554434" sldId="2147480264"/>
        </pc:sldMkLst>
      </pc:sldChg>
      <pc:sldChg chg="del">
        <pc:chgData name="Alexis Hamar (Moody's)" userId="15e7218b-1246-493b-8af7-e6ffc3a66a7a" providerId="ADAL" clId="{8BBD7D5E-B260-4E39-A003-B25BAE7DE59C}" dt="2026-02-17T11:49:07.441" v="1" actId="47"/>
        <pc:sldMkLst>
          <pc:docMk/>
          <pc:sldMk cId="2622416584" sldId="2147480273"/>
        </pc:sldMkLst>
      </pc:sldChg>
      <pc:sldChg chg="del">
        <pc:chgData name="Alexis Hamar (Moody's)" userId="15e7218b-1246-493b-8af7-e6ffc3a66a7a" providerId="ADAL" clId="{8BBD7D5E-B260-4E39-A003-B25BAE7DE59C}" dt="2026-02-17T11:49:07.441" v="1" actId="47"/>
        <pc:sldMkLst>
          <pc:docMk/>
          <pc:sldMk cId="3733497125" sldId="2147480274"/>
        </pc:sldMkLst>
      </pc:sldChg>
      <pc:sldChg chg="del">
        <pc:chgData name="Alexis Hamar (Moody's)" userId="15e7218b-1246-493b-8af7-e6ffc3a66a7a" providerId="ADAL" clId="{8BBD7D5E-B260-4E39-A003-B25BAE7DE59C}" dt="2026-02-17T11:49:03.667" v="0" actId="47"/>
        <pc:sldMkLst>
          <pc:docMk/>
          <pc:sldMk cId="2376791499" sldId="2147480278"/>
        </pc:sldMkLst>
      </pc:sldChg>
      <pc:sldChg chg="del">
        <pc:chgData name="Alexis Hamar (Moody's)" userId="15e7218b-1246-493b-8af7-e6ffc3a66a7a" providerId="ADAL" clId="{8BBD7D5E-B260-4E39-A003-B25BAE7DE59C}" dt="2026-02-17T11:49:07.441" v="1" actId="47"/>
        <pc:sldMkLst>
          <pc:docMk/>
          <pc:sldMk cId="1223407748" sldId="2147480284"/>
        </pc:sldMkLst>
      </pc:sldChg>
      <pc:sldMasterChg chg="delSldLayout">
        <pc:chgData name="Alexis Hamar (Moody's)" userId="15e7218b-1246-493b-8af7-e6ffc3a66a7a" providerId="ADAL" clId="{8BBD7D5E-B260-4E39-A003-B25BAE7DE59C}" dt="2026-02-17T11:49:03.667" v="0" actId="47"/>
        <pc:sldMasterMkLst>
          <pc:docMk/>
          <pc:sldMasterMk cId="3036384543" sldId="2147483842"/>
        </pc:sldMasterMkLst>
        <pc:sldLayoutChg chg="del">
          <pc:chgData name="Alexis Hamar (Moody's)" userId="15e7218b-1246-493b-8af7-e6ffc3a66a7a" providerId="ADAL" clId="{8BBD7D5E-B260-4E39-A003-B25BAE7DE59C}" dt="2026-02-17T11:49:03.667" v="0" actId="47"/>
          <pc:sldLayoutMkLst>
            <pc:docMk/>
            <pc:sldMasterMk cId="3036384543" sldId="2147483842"/>
            <pc:sldLayoutMk cId="2586590056" sldId="2147483923"/>
          </pc:sldLayoutMkLst>
        </pc:sldLayoutChg>
        <pc:sldLayoutChg chg="del">
          <pc:chgData name="Alexis Hamar (Moody's)" userId="15e7218b-1246-493b-8af7-e6ffc3a66a7a" providerId="ADAL" clId="{8BBD7D5E-B260-4E39-A003-B25BAE7DE59C}" dt="2026-02-17T11:49:03.667" v="0" actId="47"/>
          <pc:sldLayoutMkLst>
            <pc:docMk/>
            <pc:sldMasterMk cId="3036384543" sldId="2147483842"/>
            <pc:sldLayoutMk cId="319851670" sldId="214748392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EF39E-7396-194D-B313-AD1445050E48}"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49BF9-57E4-F54B-9DD8-4601EF62728E}" type="slidenum">
              <a:rPr lang="en-US" smtClean="0"/>
              <a:t>‹#›</a:t>
            </a:fld>
            <a:endParaRPr lang="en-US"/>
          </a:p>
        </p:txBody>
      </p:sp>
    </p:spTree>
    <p:extLst>
      <p:ext uri="{BB962C8B-B14F-4D97-AF65-F5344CB8AC3E}">
        <p14:creationId xmlns:p14="http://schemas.microsoft.com/office/powerpoint/2010/main" val="2339487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moodys.com/" TargetMode="External"/><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2" Type="http://schemas.openxmlformats.org/officeDocument/2006/relationships/hyperlink" Target="http://www.moodys.com/" TargetMode="External"/><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36336686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pic>
        <p:nvPicPr>
          <p:cNvPr id="5" name="Background.mp4">
            <a:hlinkClick r:id="" action="ppaction://media"/>
            <a:extLst>
              <a:ext uri="{FF2B5EF4-FFF2-40B4-BE49-F238E27FC236}">
                <a16:creationId xmlns:a16="http://schemas.microsoft.com/office/drawing/2014/main" id="{15E34DB7-D40D-EF68-1ECA-2E007DAA2AA0}"/>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hasCustomPrompt="1"/>
          </p:nvPr>
        </p:nvSpPr>
        <p:spPr>
          <a:xfrm>
            <a:off x="6292854" y="1920081"/>
            <a:ext cx="5441950" cy="2179638"/>
          </a:xfrm>
          <a:prstGeom prst="rect">
            <a:avLst/>
          </a:prstGeom>
        </p:spPr>
        <p:txBody>
          <a:bodyPr anchor="b"/>
          <a:lstStyle>
            <a:lvl1pPr>
              <a:defRPr>
                <a:solidFill>
                  <a:schemeClr val="tx1"/>
                </a:solidFill>
              </a:defRPr>
            </a:lvl1pPr>
          </a:lstStyle>
          <a:p>
            <a:r>
              <a:rPr lang="en-US"/>
              <a:t>Click to edit Master title style</a:t>
            </a:r>
            <a:br>
              <a:rPr lang="en-US"/>
            </a:br>
            <a:br>
              <a:rPr lang="en-US"/>
            </a:br>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6292854" y="429461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9132893" y="429006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Tree>
    <p:extLst>
      <p:ext uri="{BB962C8B-B14F-4D97-AF65-F5344CB8AC3E}">
        <p14:creationId xmlns:p14="http://schemas.microsoft.com/office/powerpoint/2010/main" val="17106746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87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4 - Dark 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A84A408-BC3B-DE0A-475C-112785507CA5}"/>
              </a:ext>
            </a:extLst>
          </p:cNvPr>
          <p:cNvSpPr>
            <a:spLocks noGrp="1"/>
          </p:cNvSpPr>
          <p:nvPr>
            <p:ph type="pic" sz="quarter" idx="10"/>
          </p:nvPr>
        </p:nvSpPr>
        <p:spPr>
          <a:xfrm>
            <a:off x="0" y="0"/>
            <a:ext cx="12192000" cy="6858000"/>
          </a:xfrm>
          <a:blipFill>
            <a:blip r:embed="rId2"/>
            <a:stretch>
              <a:fillRect/>
            </a:stretch>
          </a:blipFill>
        </p:spPr>
        <p:txBody>
          <a:bodyPr/>
          <a:lstStyle/>
          <a:p>
            <a:endParaRPr lang="en-CR"/>
          </a:p>
        </p:txBody>
      </p:sp>
    </p:spTree>
    <p:extLst>
      <p:ext uri="{BB962C8B-B14F-4D97-AF65-F5344CB8AC3E}">
        <p14:creationId xmlns:p14="http://schemas.microsoft.com/office/powerpoint/2010/main" val="306390509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4 - Dark Photo">
    <p:bg>
      <p:bgPr>
        <a:solidFill>
          <a:schemeClr val="tx1"/>
        </a:solidFill>
        <a:effectLst/>
      </p:bgPr>
    </p:bg>
    <p:spTree>
      <p:nvGrpSpPr>
        <p:cNvPr id="1" name=""/>
        <p:cNvGrpSpPr/>
        <p:nvPr/>
      </p:nvGrpSpPr>
      <p:grpSpPr>
        <a:xfrm>
          <a:off x="0" y="0"/>
          <a:ext cx="0" cy="0"/>
          <a:chOff x="0" y="0"/>
          <a:chExt cx="0" cy="0"/>
        </a:xfrm>
      </p:grpSpPr>
      <p:pic>
        <p:nvPicPr>
          <p:cNvPr id="5" name="Background.mp4">
            <a:hlinkClick r:id="" action="ppaction://media"/>
            <a:extLst>
              <a:ext uri="{FF2B5EF4-FFF2-40B4-BE49-F238E27FC236}">
                <a16:creationId xmlns:a16="http://schemas.microsoft.com/office/drawing/2014/main" id="{204DC4CD-4E8F-36B4-F486-3FFA434255CA}"/>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8788420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87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50121714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03780454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44792121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lvl1pPr>
              <a:defRPr b="1"/>
            </a:lvl1p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190396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lvl1pPr>
              <a:defRPr b="1"/>
            </a:lvl1p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399458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803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8088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329962110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41599536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descr="A blue wavy lines on a black background&#10;&#10;Description automatically generated">
            <a:extLst>
              <a:ext uri="{FF2B5EF4-FFF2-40B4-BE49-F238E27FC236}">
                <a16:creationId xmlns:a16="http://schemas.microsoft.com/office/drawing/2014/main" id="{08337103-59B6-6AE9-80A5-90CFAC0400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222956577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descr="A blue wavy lines on a black background&#10;&#10;Description automatically generated">
            <a:extLst>
              <a:ext uri="{FF2B5EF4-FFF2-40B4-BE49-F238E27FC236}">
                <a16:creationId xmlns:a16="http://schemas.microsoft.com/office/drawing/2014/main" id="{836C1EA9-D1CD-4494-05CB-C8B04EE42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236960619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311893893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71537058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descr="A blue wavy lines on a black background&#10;&#10;Description automatically generated">
            <a:extLst>
              <a:ext uri="{FF2B5EF4-FFF2-40B4-BE49-F238E27FC236}">
                <a16:creationId xmlns:a16="http://schemas.microsoft.com/office/drawing/2014/main" id="{ABB7ED4C-416B-722A-BF88-042E3CA9DC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ext Placeholder 7">
            <a:extLst>
              <a:ext uri="{FF2B5EF4-FFF2-40B4-BE49-F238E27FC236}">
                <a16:creationId xmlns:a16="http://schemas.microsoft.com/office/drawing/2014/main" id="{7708F947-658B-4354-AB87-AEB000F1AA54}"/>
              </a:ext>
            </a:extLst>
          </p:cNvPr>
          <p:cNvSpPr>
            <a:spLocks noGrp="1"/>
          </p:cNvSpPr>
          <p:nvPr>
            <p:ph type="body" sz="quarter" idx="15"/>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mn-lt"/>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744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Employee portrait">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Picture Placeholder 9">
            <a:extLst>
              <a:ext uri="{FF2B5EF4-FFF2-40B4-BE49-F238E27FC236}">
                <a16:creationId xmlns:a16="http://schemas.microsoft.com/office/drawing/2014/main" id="{A9E39174-6051-6D2E-2D81-DADF3A2208E1}"/>
              </a:ext>
            </a:extLst>
          </p:cNvPr>
          <p:cNvSpPr>
            <a:spLocks noGrp="1"/>
          </p:cNvSpPr>
          <p:nvPr>
            <p:ph type="pic" sz="quarter" idx="29" hasCustomPrompt="1"/>
          </p:nvPr>
        </p:nvSpPr>
        <p:spPr>
          <a:xfrm>
            <a:off x="554039" y="2847976"/>
            <a:ext cx="1198562" cy="1276349"/>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7" name="Text Placeholder 3">
            <a:extLst>
              <a:ext uri="{FF2B5EF4-FFF2-40B4-BE49-F238E27FC236}">
                <a16:creationId xmlns:a16="http://schemas.microsoft.com/office/drawing/2014/main" id="{AB040204-E782-1C0F-4B3A-B9C7FF0AEEB7}"/>
              </a:ext>
            </a:extLst>
          </p:cNvPr>
          <p:cNvSpPr>
            <a:spLocks noGrp="1"/>
          </p:cNvSpPr>
          <p:nvPr>
            <p:ph type="body" sz="quarter" idx="42" hasCustomPrompt="1"/>
          </p:nvPr>
        </p:nvSpPr>
        <p:spPr>
          <a:xfrm>
            <a:off x="554038" y="4273550"/>
            <a:ext cx="2611437" cy="1458913"/>
          </a:xfrm>
        </p:spPr>
        <p:txBody>
          <a:bodyPr>
            <a:normAutofit/>
          </a:bodyPr>
          <a:lstStyle>
            <a:lvl1pPr>
              <a:spcAft>
                <a:spcPts val="200"/>
              </a:spcAft>
              <a:defRPr sz="1200" b="1">
                <a:solidFill>
                  <a:schemeClr val="tx1"/>
                </a:solidFill>
                <a:latin typeface="+mn-lt"/>
                <a:ea typeface="GT America Medium" panose="020B0604020202020204" charset="0"/>
                <a:cs typeface="GT America Medium" panose="020B0604020202020204" charset="0"/>
              </a:defRPr>
            </a:lvl1pPr>
            <a:lvl2pPr marL="0" indent="0">
              <a:buNone/>
              <a:defRPr sz="1200">
                <a:solidFill>
                  <a:schemeClr val="tx1"/>
                </a:solidFill>
              </a:defRPr>
            </a:lvl2pPr>
            <a:lvl3pPr marL="0" indent="0">
              <a:buFontTx/>
              <a:buNone/>
              <a:defRPr sz="1200">
                <a:solidFill>
                  <a:schemeClr val="tx1"/>
                </a:solidFill>
              </a:defRPr>
            </a:lvl3pPr>
            <a:lvl4pPr marL="0" indent="0">
              <a:buNone/>
              <a:defRPr sz="1200">
                <a:solidFill>
                  <a:schemeClr val="tx1"/>
                </a:solidFill>
              </a:defRPr>
            </a:lvl4pPr>
            <a:lvl5pPr marL="0" indent="0">
              <a:buNone/>
              <a:defRPr sz="1200">
                <a:solidFill>
                  <a:schemeClr val="tx1"/>
                </a:solidFill>
              </a:defRPr>
            </a:lvl5pPr>
            <a:lvl6pPr marL="0" indent="0">
              <a:buNone/>
              <a:defRPr sz="1200">
                <a:solidFill>
                  <a:schemeClr val="tx1"/>
                </a:solidFill>
              </a:defRPr>
            </a:lvl6pPr>
            <a:lvl7pPr marL="0" indent="0">
              <a:buNone/>
              <a:defRPr>
                <a:solidFill>
                  <a:schemeClr val="tx1"/>
                </a:solidFill>
              </a:defRPr>
            </a:lvl7pPr>
            <a:lvl8pPr marL="0" indent="0">
              <a:buNone/>
              <a:defRPr>
                <a:solidFill>
                  <a:schemeClr val="tx1"/>
                </a:solidFill>
              </a:defRPr>
            </a:lvl8pPr>
            <a:lvl9pPr marL="0" indent="0">
              <a:buNone/>
              <a:defRPr>
                <a:solidFill>
                  <a:schemeClr val="tx1"/>
                </a:solidFill>
              </a:defRPr>
            </a:lvl9pPr>
          </a:lstStyle>
          <a:p>
            <a:pPr lvl="0"/>
            <a:r>
              <a:rPr lang="en-US" err="1"/>
              <a:t>Firstname</a:t>
            </a:r>
            <a:r>
              <a:rPr lang="en-US"/>
              <a:t> </a:t>
            </a:r>
            <a:r>
              <a:rPr lang="en-US" err="1"/>
              <a:t>Lastname</a:t>
            </a:r>
            <a:r>
              <a:rPr lang="en-US"/>
              <a:t>, L1</a:t>
            </a:r>
          </a:p>
          <a:p>
            <a:pPr lvl="1"/>
            <a:r>
              <a:rPr lang="en-US"/>
              <a:t>Title/department, L2</a:t>
            </a:r>
          </a:p>
        </p:txBody>
      </p:sp>
      <p:sp>
        <p:nvSpPr>
          <p:cNvPr id="5" name="Text Placeholder 7">
            <a:extLst>
              <a:ext uri="{FF2B5EF4-FFF2-40B4-BE49-F238E27FC236}">
                <a16:creationId xmlns:a16="http://schemas.microsoft.com/office/drawing/2014/main" id="{C55CD7FE-FD96-5B7D-EB24-69E1A8EF9D81}"/>
              </a:ext>
            </a:extLst>
          </p:cNvPr>
          <p:cNvSpPr>
            <a:spLocks noGrp="1"/>
          </p:cNvSpPr>
          <p:nvPr>
            <p:ph type="body" sz="quarter" idx="15"/>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6028745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109713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B916CF33-A497-0AD3-3B6A-557E34121E76}"/>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FD3F13F-3407-E665-485F-994A6707FD73}"/>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1392238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B276AB9C-7568-C5F8-9325-202B3FE1D2DB}"/>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B9FF1161-F7B1-9563-3A3E-4823B2DEDED6}"/>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3550588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52C52A17-5F09-5FCF-A0E2-C9D9ECF06226}"/>
              </a:ext>
            </a:extLst>
          </p:cNvPr>
          <p:cNvSpPr>
            <a:spLocks noGrp="1"/>
          </p:cNvSpPr>
          <p:nvPr>
            <p:ph type="title"/>
          </p:nvPr>
        </p:nvSpPr>
        <p:spPr>
          <a:xfrm>
            <a:off x="546100" y="552450"/>
            <a:ext cx="3300984" cy="87376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10" name="Text Placeholder 9">
            <a:extLst>
              <a:ext uri="{FF2B5EF4-FFF2-40B4-BE49-F238E27FC236}">
                <a16:creationId xmlns:a16="http://schemas.microsoft.com/office/drawing/2014/main" id="{98FAD3A1-95EF-57C4-18DC-C6F6870DB482}"/>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Tree>
    <p:extLst>
      <p:ext uri="{BB962C8B-B14F-4D97-AF65-F5344CB8AC3E}">
        <p14:creationId xmlns:p14="http://schemas.microsoft.com/office/powerpoint/2010/main" val="1030478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4B503A39-567B-2C37-49D9-E2E6B92AB503}"/>
              </a:ext>
            </a:extLst>
          </p:cNvPr>
          <p:cNvSpPr>
            <a:spLocks noGrp="1"/>
          </p:cNvSpPr>
          <p:nvPr>
            <p:ph type="title"/>
          </p:nvPr>
        </p:nvSpPr>
        <p:spPr>
          <a:xfrm>
            <a:off x="546100" y="552450"/>
            <a:ext cx="3300984"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1849439"/>
            <a:ext cx="3300984"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1099524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39BB85B3-5F62-677A-7B5A-1B952D90B3A6}"/>
              </a:ext>
            </a:extLst>
          </p:cNvPr>
          <p:cNvSpPr>
            <a:spLocks noGrp="1"/>
          </p:cNvSpPr>
          <p:nvPr>
            <p:ph type="title"/>
          </p:nvPr>
        </p:nvSpPr>
        <p:spPr>
          <a:xfrm>
            <a:off x="546100" y="552450"/>
            <a:ext cx="3300984" cy="869950"/>
          </a:xfrm>
        </p:spPr>
        <p:txBody>
          <a:bodyPr rIns="182880"/>
          <a:lstStyle/>
          <a:p>
            <a:r>
              <a:rPr lang="en-US"/>
              <a:t>Click to edit Master title style</a:t>
            </a:r>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10CFFF09-1B4E-AF15-7727-AEE05D2B9337}"/>
              </a:ext>
            </a:extLst>
          </p:cNvPr>
          <p:cNvSpPr>
            <a:spLocks noGrp="1"/>
          </p:cNvSpPr>
          <p:nvPr>
            <p:ph type="body" sz="quarter" idx="19"/>
          </p:nvPr>
        </p:nvSpPr>
        <p:spPr>
          <a:xfrm>
            <a:off x="554037" y="1849437"/>
            <a:ext cx="3300984" cy="3443288"/>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34850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Title 9">
            <a:extLst>
              <a:ext uri="{FF2B5EF4-FFF2-40B4-BE49-F238E27FC236}">
                <a16:creationId xmlns:a16="http://schemas.microsoft.com/office/drawing/2014/main" id="{8E2B9BA9-73F8-28A2-869E-838E80997668}"/>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3" name="Content Placeholder 3">
            <a:extLst>
              <a:ext uri="{FF2B5EF4-FFF2-40B4-BE49-F238E27FC236}">
                <a16:creationId xmlns:a16="http://schemas.microsoft.com/office/drawing/2014/main" id="{506B7D9A-8BD0-5502-C579-8561F103F261}"/>
              </a:ext>
            </a:extLst>
          </p:cNvPr>
          <p:cNvSpPr>
            <a:spLocks noGrp="1"/>
          </p:cNvSpPr>
          <p:nvPr>
            <p:ph sz="half" idx="2"/>
          </p:nvPr>
        </p:nvSpPr>
        <p:spPr>
          <a:xfrm>
            <a:off x="546100" y="1849438"/>
            <a:ext cx="96726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5">
            <a:extLst>
              <a:ext uri="{FF2B5EF4-FFF2-40B4-BE49-F238E27FC236}">
                <a16:creationId xmlns:a16="http://schemas.microsoft.com/office/drawing/2014/main" id="{2C85CF37-61E7-96B9-82FD-13B91452A34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AFC29369-935E-1E53-CDD2-12BC112FBFB4}"/>
              </a:ext>
            </a:extLst>
          </p:cNvPr>
          <p:cNvSpPr>
            <a:spLocks noGrp="1"/>
          </p:cNvSpPr>
          <p:nvPr>
            <p:ph type="body" sz="quarter" idx="17"/>
          </p:nvPr>
        </p:nvSpPr>
        <p:spPr>
          <a:xfrm>
            <a:off x="546101" y="1127125"/>
            <a:ext cx="11091862" cy="29210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7">
            <a:extLst>
              <a:ext uri="{FF2B5EF4-FFF2-40B4-BE49-F238E27FC236}">
                <a16:creationId xmlns:a16="http://schemas.microsoft.com/office/drawing/2014/main" id="{E78755CC-4D8C-AEDB-963F-10EFA240ED6E}"/>
              </a:ext>
            </a:extLst>
          </p:cNvPr>
          <p:cNvSpPr>
            <a:spLocks noGrp="1"/>
          </p:cNvSpPr>
          <p:nvPr>
            <p:ph type="body" sz="quarter" idx="18"/>
          </p:nvPr>
        </p:nvSpPr>
        <p:spPr>
          <a:xfrm>
            <a:off x="546100" y="6019800"/>
            <a:ext cx="6851649" cy="29210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5211417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0156820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 2 lines Title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hasCustomPrompt="1"/>
          </p:nvPr>
        </p:nvSpPr>
        <p:spPr>
          <a:xfrm>
            <a:off x="546100" y="552450"/>
            <a:ext cx="11091861" cy="928909"/>
          </a:xfrm>
        </p:spPr>
        <p:txBody>
          <a:bodyPr>
            <a:spAutoFit/>
          </a:bodyPr>
          <a:lstStyle/>
          <a:p>
            <a:r>
              <a:rPr lang="en-US"/>
              <a:t>2 line title</a:t>
            </a:r>
            <a:br>
              <a:rPr lang="en-US"/>
            </a:br>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0347651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Equal">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E91C9FC0-5A4D-B663-9FBA-261AA765C0A6}"/>
              </a:ext>
            </a:extLst>
          </p:cNvPr>
          <p:cNvSpPr>
            <a:spLocks noGrp="1"/>
          </p:cNvSpPr>
          <p:nvPr>
            <p:ph type="title"/>
          </p:nvPr>
        </p:nvSpPr>
        <p:spPr>
          <a:xfrm>
            <a:off x="546100" y="552449"/>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7E865E7-C3CB-8EB7-5B8A-C0FE32443EA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89FE669B-9179-2192-FE7E-E7F257EFD40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799DC228-25E7-A515-7C6E-578A7287752D}"/>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3" name="Content Placeholder 22">
            <a:extLst>
              <a:ext uri="{FF2B5EF4-FFF2-40B4-BE49-F238E27FC236}">
                <a16:creationId xmlns:a16="http://schemas.microsoft.com/office/drawing/2014/main" id="{ADE7A618-3F91-D576-7D4B-F03CA5E408BF}"/>
              </a:ext>
            </a:extLst>
          </p:cNvPr>
          <p:cNvSpPr>
            <a:spLocks noGrp="1"/>
          </p:cNvSpPr>
          <p:nvPr>
            <p:ph sz="quarter" idx="23"/>
          </p:nvPr>
        </p:nvSpPr>
        <p:spPr>
          <a:xfrm>
            <a:off x="546100"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2FCD4E4-D365-CC7E-80F7-3790352FE369}"/>
              </a:ext>
            </a:extLst>
          </p:cNvPr>
          <p:cNvSpPr>
            <a:spLocks noGrp="1"/>
          </p:cNvSpPr>
          <p:nvPr>
            <p:ph sz="quarter" idx="24"/>
          </p:nvPr>
        </p:nvSpPr>
        <p:spPr>
          <a:xfrm>
            <a:off x="6194425"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5238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0734512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 Column - 2 line title -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hasCustomPrompt="1"/>
          </p:nvPr>
        </p:nvSpPr>
        <p:spPr>
          <a:xfrm>
            <a:off x="546100" y="552450"/>
            <a:ext cx="11091861" cy="928909"/>
          </a:xfrm>
        </p:spPr>
        <p:txBody>
          <a:bodyPr>
            <a:spAutoFit/>
          </a:bodyPr>
          <a:lstStyle/>
          <a:p>
            <a:r>
              <a:rPr lang="en-US"/>
              <a:t>2 line title</a:t>
            </a:r>
            <a:br>
              <a:rPr lang="en-US"/>
            </a:br>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1366170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Equal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19" cy="720725"/>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a:t>Icon</a:t>
            </a:r>
          </a:p>
        </p:txBody>
      </p:sp>
      <p:sp>
        <p:nvSpPr>
          <p:cNvPr id="15" name="Title 14">
            <a:extLst>
              <a:ext uri="{FF2B5EF4-FFF2-40B4-BE49-F238E27FC236}">
                <a16:creationId xmlns:a16="http://schemas.microsoft.com/office/drawing/2014/main" id="{83293C95-F2D4-1B62-3972-21D684C69D6B}"/>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BDF8D966-D4D5-8345-BCCE-83ADA78DF00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2" name="Text Placeholder 11">
            <a:extLst>
              <a:ext uri="{FF2B5EF4-FFF2-40B4-BE49-F238E27FC236}">
                <a16:creationId xmlns:a16="http://schemas.microsoft.com/office/drawing/2014/main" id="{E3714C5C-1F27-C398-E400-5C0795EDB8E8}"/>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7AD587B1-D6EF-264C-B2FD-D3B6CF8CC777}"/>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4" name="Content Placeholder 29">
            <a:extLst>
              <a:ext uri="{FF2B5EF4-FFF2-40B4-BE49-F238E27FC236}">
                <a16:creationId xmlns:a16="http://schemas.microsoft.com/office/drawing/2014/main" id="{BC7EB0C9-FA9F-3888-8848-B5F248F576E9}"/>
              </a:ext>
            </a:extLst>
          </p:cNvPr>
          <p:cNvSpPr>
            <a:spLocks noGrp="1"/>
          </p:cNvSpPr>
          <p:nvPr>
            <p:ph sz="quarter" idx="27"/>
          </p:nvPr>
        </p:nvSpPr>
        <p:spPr>
          <a:xfrm>
            <a:off x="546101" y="2847975"/>
            <a:ext cx="5445124"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31">
            <a:extLst>
              <a:ext uri="{FF2B5EF4-FFF2-40B4-BE49-F238E27FC236}">
                <a16:creationId xmlns:a16="http://schemas.microsoft.com/office/drawing/2014/main" id="{791D8777-C2DB-5F33-F63B-04B9C6AF8C52}"/>
              </a:ext>
            </a:extLst>
          </p:cNvPr>
          <p:cNvSpPr>
            <a:spLocks noGrp="1"/>
          </p:cNvSpPr>
          <p:nvPr>
            <p:ph sz="quarter" idx="28"/>
          </p:nvPr>
        </p:nvSpPr>
        <p:spPr>
          <a:xfrm>
            <a:off x="6194425" y="2847975"/>
            <a:ext cx="5443538"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96182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20" cy="720725"/>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49438"/>
            <a:ext cx="731520" cy="720725"/>
          </a:xfrm>
          <a:noFill/>
          <a:ln>
            <a:noFill/>
          </a:ln>
        </p:spPr>
        <p:txBody>
          <a:bodyPr anchor="ctr"/>
          <a:lstStyle>
            <a:lvl1pPr algn="ctr">
              <a:defRPr>
                <a:solidFill>
                  <a:schemeClr val="tx1"/>
                </a:solidFill>
              </a:defRPr>
            </a:lvl1pPr>
          </a:lstStyle>
          <a:p>
            <a:r>
              <a:rPr lang="en-US"/>
              <a:t>Icon</a:t>
            </a:r>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FD35FFA2-B061-C6C6-9525-75F69775617A}"/>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4">
            <a:extLst>
              <a:ext uri="{FF2B5EF4-FFF2-40B4-BE49-F238E27FC236}">
                <a16:creationId xmlns:a16="http://schemas.microsoft.com/office/drawing/2014/main" id="{FC3E1B1C-BFB6-509F-0D82-C1AA2860E141}"/>
              </a:ext>
            </a:extLst>
          </p:cNvPr>
          <p:cNvSpPr>
            <a:spLocks noGrp="1"/>
          </p:cNvSpPr>
          <p:nvPr>
            <p:ph type="body" sz="quarter" idx="42"/>
          </p:nvPr>
        </p:nvSpPr>
        <p:spPr>
          <a:xfrm>
            <a:off x="539748" y="6019800"/>
            <a:ext cx="685800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9480458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Split R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8D19B5F2-6756-55DC-BEE5-E7E670D49ACA}"/>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ED44C0D-92D1-75F9-458B-D180FE9F59C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48414F29-27E4-4DBB-3173-E9D3EF4CC95C}"/>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B81373EC-AE8A-5B25-87D5-D572EA8ACE5F}"/>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6F420E2B-2A9E-7565-8D5D-70095A93099F}"/>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2A2549F7-6A27-1EA2-0010-4F6705CEC0FC}"/>
              </a:ext>
            </a:extLst>
          </p:cNvPr>
          <p:cNvSpPr>
            <a:spLocks noGrp="1"/>
          </p:cNvSpPr>
          <p:nvPr>
            <p:ph sz="quarter" idx="24"/>
          </p:nvPr>
        </p:nvSpPr>
        <p:spPr>
          <a:xfrm>
            <a:off x="4343400" y="1849438"/>
            <a:ext cx="730742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5290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Column, Split Righ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127724E-0B84-AA37-D926-B3D06E81CABD}"/>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076869E4-6FE8-072A-3700-20BFBA1437F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1">
            <a:extLst>
              <a:ext uri="{FF2B5EF4-FFF2-40B4-BE49-F238E27FC236}">
                <a16:creationId xmlns:a16="http://schemas.microsoft.com/office/drawing/2014/main" id="{5C728F5B-E1E8-3C29-EDD5-AA886A74A6C3}"/>
              </a:ext>
            </a:extLst>
          </p:cNvPr>
          <p:cNvSpPr>
            <a:spLocks noGrp="1"/>
          </p:cNvSpPr>
          <p:nvPr>
            <p:ph type="body" sz="quarter" idx="21"/>
          </p:nvPr>
        </p:nvSpPr>
        <p:spPr>
          <a:xfrm>
            <a:off x="546100" y="1127125"/>
            <a:ext cx="1109757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2" name="Text Placeholder 13">
            <a:extLst>
              <a:ext uri="{FF2B5EF4-FFF2-40B4-BE49-F238E27FC236}">
                <a16:creationId xmlns:a16="http://schemas.microsoft.com/office/drawing/2014/main" id="{D437BE9A-8A37-12FD-FF09-D132746CA34A}"/>
              </a:ext>
            </a:extLst>
          </p:cNvPr>
          <p:cNvSpPr>
            <a:spLocks noGrp="1"/>
          </p:cNvSpPr>
          <p:nvPr>
            <p:ph type="body" sz="quarter" idx="22"/>
          </p:nvPr>
        </p:nvSpPr>
        <p:spPr>
          <a:xfrm>
            <a:off x="546098" y="6019801"/>
            <a:ext cx="685165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3" name="Content Placeholder 29">
            <a:extLst>
              <a:ext uri="{FF2B5EF4-FFF2-40B4-BE49-F238E27FC236}">
                <a16:creationId xmlns:a16="http://schemas.microsoft.com/office/drawing/2014/main" id="{DF7192E9-18E0-4BBC-6544-BEEF161CD9BF}"/>
              </a:ext>
            </a:extLst>
          </p:cNvPr>
          <p:cNvSpPr>
            <a:spLocks noGrp="1"/>
          </p:cNvSpPr>
          <p:nvPr>
            <p:ph sz="quarter" idx="27"/>
          </p:nvPr>
        </p:nvSpPr>
        <p:spPr>
          <a:xfrm>
            <a:off x="546100" y="2425699"/>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1">
            <a:extLst>
              <a:ext uri="{FF2B5EF4-FFF2-40B4-BE49-F238E27FC236}">
                <a16:creationId xmlns:a16="http://schemas.microsoft.com/office/drawing/2014/main" id="{D9F0FF52-13E2-E833-F9CE-AC3FA1D713DD}"/>
              </a:ext>
            </a:extLst>
          </p:cNvPr>
          <p:cNvSpPr>
            <a:spLocks noGrp="1"/>
          </p:cNvSpPr>
          <p:nvPr>
            <p:ph sz="quarter" idx="28"/>
          </p:nvPr>
        </p:nvSpPr>
        <p:spPr>
          <a:xfrm>
            <a:off x="4343400" y="2425700"/>
            <a:ext cx="729456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3">
            <a:extLst>
              <a:ext uri="{FF2B5EF4-FFF2-40B4-BE49-F238E27FC236}">
                <a16:creationId xmlns:a16="http://schemas.microsoft.com/office/drawing/2014/main" id="{08AA2D12-29FA-271A-D47B-631180E59030}"/>
              </a:ext>
            </a:extLst>
          </p:cNvPr>
          <p:cNvSpPr>
            <a:spLocks noGrp="1"/>
          </p:cNvSpPr>
          <p:nvPr>
            <p:ph type="body" sz="quarter" idx="29"/>
          </p:nvPr>
        </p:nvSpPr>
        <p:spPr>
          <a:xfrm>
            <a:off x="546099" y="1849432"/>
            <a:ext cx="3514069" cy="296867"/>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6" name="Text Placeholder 35">
            <a:extLst>
              <a:ext uri="{FF2B5EF4-FFF2-40B4-BE49-F238E27FC236}">
                <a16:creationId xmlns:a16="http://schemas.microsoft.com/office/drawing/2014/main" id="{92CE57A3-BE6C-DBDE-1A82-38D8E92441DD}"/>
              </a:ext>
            </a:extLst>
          </p:cNvPr>
          <p:cNvSpPr>
            <a:spLocks noGrp="1"/>
          </p:cNvSpPr>
          <p:nvPr>
            <p:ph type="body" sz="quarter" idx="30"/>
          </p:nvPr>
        </p:nvSpPr>
        <p:spPr>
          <a:xfrm>
            <a:off x="4343400" y="1849436"/>
            <a:ext cx="7294562"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842204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Column, Split Lef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FEDB0BC8-832D-FCF8-A69B-2C85E902AFF7}"/>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7472A942-DCD2-7E19-26F4-1DD113420ED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F9DE8466-9524-5260-777B-27EB7449C0BA}"/>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C8E82BB7-912C-BDF2-041D-1CF0F86357C0}"/>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A1943844-20A2-F090-70FC-9F445822268A}"/>
              </a:ext>
            </a:extLst>
          </p:cNvPr>
          <p:cNvSpPr>
            <a:spLocks noGrp="1"/>
          </p:cNvSpPr>
          <p:nvPr>
            <p:ph sz="quarter" idx="23"/>
          </p:nvPr>
        </p:nvSpPr>
        <p:spPr>
          <a:xfrm>
            <a:off x="546101" y="1849438"/>
            <a:ext cx="729691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F46CA1E9-3B79-03D7-0EE9-A3FE6A5AF033}"/>
              </a:ext>
            </a:extLst>
          </p:cNvPr>
          <p:cNvSpPr>
            <a:spLocks noGrp="1"/>
          </p:cNvSpPr>
          <p:nvPr>
            <p:ph sz="quarter" idx="24"/>
          </p:nvPr>
        </p:nvSpPr>
        <p:spPr>
          <a:xfrm>
            <a:off x="8046214" y="1849438"/>
            <a:ext cx="35917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73234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Split Lef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B6E166BE-0A53-7F77-1DCC-AD1A78C2EB77}"/>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D5B0B17B-3FAA-1710-3603-FB4FC3C8964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39956789-A368-206C-891C-9234628518A9}"/>
              </a:ext>
            </a:extLst>
          </p:cNvPr>
          <p:cNvSpPr>
            <a:spLocks noGrp="1"/>
          </p:cNvSpPr>
          <p:nvPr>
            <p:ph type="body" sz="quarter" idx="21"/>
          </p:nvPr>
        </p:nvSpPr>
        <p:spPr>
          <a:xfrm>
            <a:off x="546100" y="1127125"/>
            <a:ext cx="11097579"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3">
            <a:extLst>
              <a:ext uri="{FF2B5EF4-FFF2-40B4-BE49-F238E27FC236}">
                <a16:creationId xmlns:a16="http://schemas.microsoft.com/office/drawing/2014/main" id="{28027E45-9CB5-7484-0F70-49F140E7FA05}"/>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9">
            <a:extLst>
              <a:ext uri="{FF2B5EF4-FFF2-40B4-BE49-F238E27FC236}">
                <a16:creationId xmlns:a16="http://schemas.microsoft.com/office/drawing/2014/main" id="{E8BB7705-DC57-1434-CECD-5A495C790A47}"/>
              </a:ext>
            </a:extLst>
          </p:cNvPr>
          <p:cNvSpPr>
            <a:spLocks noGrp="1"/>
          </p:cNvSpPr>
          <p:nvPr>
            <p:ph sz="quarter" idx="27"/>
          </p:nvPr>
        </p:nvSpPr>
        <p:spPr>
          <a:xfrm>
            <a:off x="546100" y="2425700"/>
            <a:ext cx="7296912"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1">
            <a:extLst>
              <a:ext uri="{FF2B5EF4-FFF2-40B4-BE49-F238E27FC236}">
                <a16:creationId xmlns:a16="http://schemas.microsoft.com/office/drawing/2014/main" id="{8B3C491F-A7C8-D685-6EB7-47ED1AE90D2A}"/>
              </a:ext>
            </a:extLst>
          </p:cNvPr>
          <p:cNvSpPr>
            <a:spLocks noGrp="1"/>
          </p:cNvSpPr>
          <p:nvPr>
            <p:ph sz="quarter" idx="28"/>
          </p:nvPr>
        </p:nvSpPr>
        <p:spPr>
          <a:xfrm>
            <a:off x="8046719" y="2425700"/>
            <a:ext cx="359124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3">
            <a:extLst>
              <a:ext uri="{FF2B5EF4-FFF2-40B4-BE49-F238E27FC236}">
                <a16:creationId xmlns:a16="http://schemas.microsoft.com/office/drawing/2014/main" id="{78775353-37B3-D36C-8C56-73152F79587F}"/>
              </a:ext>
            </a:extLst>
          </p:cNvPr>
          <p:cNvSpPr>
            <a:spLocks noGrp="1"/>
          </p:cNvSpPr>
          <p:nvPr>
            <p:ph type="body" sz="quarter" idx="29"/>
          </p:nvPr>
        </p:nvSpPr>
        <p:spPr>
          <a:xfrm>
            <a:off x="546100" y="1849436"/>
            <a:ext cx="7296912"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CAD770A7-7B91-4C3E-F63A-402DD01A2466}"/>
              </a:ext>
            </a:extLst>
          </p:cNvPr>
          <p:cNvSpPr>
            <a:spLocks noGrp="1"/>
          </p:cNvSpPr>
          <p:nvPr>
            <p:ph type="body" sz="quarter" idx="30"/>
          </p:nvPr>
        </p:nvSpPr>
        <p:spPr>
          <a:xfrm>
            <a:off x="8046720" y="1849436"/>
            <a:ext cx="35912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6318466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AAF8DFA-0F14-8785-78EE-DD8DD1562C33}"/>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EECD8680-6F2A-3CCE-4560-C8BE364FA7D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4521AD86-38BC-F263-3ED6-1AB6299844D4}"/>
              </a:ext>
            </a:extLst>
          </p:cNvPr>
          <p:cNvSpPr>
            <a:spLocks noGrp="1"/>
          </p:cNvSpPr>
          <p:nvPr>
            <p:ph type="body" sz="quarter" idx="21"/>
          </p:nvPr>
        </p:nvSpPr>
        <p:spPr>
          <a:xfrm>
            <a:off x="546101" y="1127125"/>
            <a:ext cx="1109421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12FE50E3-7513-9736-28AF-9A454F8B04F6}"/>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2">
            <a:extLst>
              <a:ext uri="{FF2B5EF4-FFF2-40B4-BE49-F238E27FC236}">
                <a16:creationId xmlns:a16="http://schemas.microsoft.com/office/drawing/2014/main" id="{DCF97E64-8DB2-6198-B460-E350D96243ED}"/>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4">
            <a:extLst>
              <a:ext uri="{FF2B5EF4-FFF2-40B4-BE49-F238E27FC236}">
                <a16:creationId xmlns:a16="http://schemas.microsoft.com/office/drawing/2014/main" id="{4C915BCD-3D1D-852B-25D7-EEA4860AA307}"/>
              </a:ext>
            </a:extLst>
          </p:cNvPr>
          <p:cNvSpPr>
            <a:spLocks noGrp="1"/>
          </p:cNvSpPr>
          <p:nvPr>
            <p:ph sz="quarter" idx="24"/>
          </p:nvPr>
        </p:nvSpPr>
        <p:spPr>
          <a:xfrm>
            <a:off x="4334891" y="1849438"/>
            <a:ext cx="352044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EAE08981-1E40-ECE5-28D7-BC196D49B683}"/>
              </a:ext>
            </a:extLst>
          </p:cNvPr>
          <p:cNvSpPr>
            <a:spLocks noGrp="1"/>
          </p:cNvSpPr>
          <p:nvPr>
            <p:ph sz="quarter" idx="25"/>
          </p:nvPr>
        </p:nvSpPr>
        <p:spPr>
          <a:xfrm>
            <a:off x="8119873" y="1849439"/>
            <a:ext cx="3520440"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89331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B69F93D-EF0B-4D4E-BBE4-C724E821A90D}"/>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D7FBEDD3-5B7A-AD55-B261-024183A617D5}"/>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2946754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85784134-256C-0D0A-56EB-9B8FA18EDBBE}"/>
              </a:ext>
            </a:extLst>
          </p:cNvPr>
          <p:cNvSpPr>
            <a:spLocks noGrp="1"/>
          </p:cNvSpPr>
          <p:nvPr>
            <p:ph type="title"/>
          </p:nvPr>
        </p:nvSpPr>
        <p:spPr>
          <a:xfrm>
            <a:off x="546100" y="552451"/>
            <a:ext cx="11091861" cy="434974"/>
          </a:xfrm>
        </p:spPr>
        <p:txBody>
          <a:bodyPr/>
          <a:lstStyle/>
          <a:p>
            <a:r>
              <a:rPr lang="en-US"/>
              <a:t>Click to edit Master title style</a:t>
            </a:r>
          </a:p>
        </p:txBody>
      </p:sp>
      <p:sp>
        <p:nvSpPr>
          <p:cNvPr id="4" name="Freeform 5">
            <a:extLst>
              <a:ext uri="{FF2B5EF4-FFF2-40B4-BE49-F238E27FC236}">
                <a16:creationId xmlns:a16="http://schemas.microsoft.com/office/drawing/2014/main" id="{A236F864-CE71-6DCB-9217-F14F9E1405A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0">
            <a:extLst>
              <a:ext uri="{FF2B5EF4-FFF2-40B4-BE49-F238E27FC236}">
                <a16:creationId xmlns:a16="http://schemas.microsoft.com/office/drawing/2014/main" id="{FDFED583-30F4-021C-4B0E-446E8B03BA98}"/>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329AC388-4A5D-40CE-9F94-924EEC9F04BB}"/>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2">
            <a:extLst>
              <a:ext uri="{FF2B5EF4-FFF2-40B4-BE49-F238E27FC236}">
                <a16:creationId xmlns:a16="http://schemas.microsoft.com/office/drawing/2014/main" id="{FF54BDBD-731D-CB8C-D47B-CA629E8069CD}"/>
              </a:ext>
            </a:extLst>
          </p:cNvPr>
          <p:cNvSpPr>
            <a:spLocks noGrp="1"/>
          </p:cNvSpPr>
          <p:nvPr>
            <p:ph sz="quarter" idx="23"/>
          </p:nvPr>
        </p:nvSpPr>
        <p:spPr>
          <a:xfrm>
            <a:off x="546100" y="1849438"/>
            <a:ext cx="261937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4">
            <a:extLst>
              <a:ext uri="{FF2B5EF4-FFF2-40B4-BE49-F238E27FC236}">
                <a16:creationId xmlns:a16="http://schemas.microsoft.com/office/drawing/2014/main" id="{C8E9ABC3-F6D2-BACA-257F-94E800767689}"/>
              </a:ext>
            </a:extLst>
          </p:cNvPr>
          <p:cNvSpPr>
            <a:spLocks noGrp="1"/>
          </p:cNvSpPr>
          <p:nvPr>
            <p:ph sz="quarter" idx="24"/>
          </p:nvPr>
        </p:nvSpPr>
        <p:spPr>
          <a:xfrm>
            <a:off x="3367088" y="1849438"/>
            <a:ext cx="26241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81EFF807-BC6D-4436-06F4-FC320A023745}"/>
              </a:ext>
            </a:extLst>
          </p:cNvPr>
          <p:cNvSpPr>
            <a:spLocks noGrp="1"/>
          </p:cNvSpPr>
          <p:nvPr>
            <p:ph sz="quarter" idx="25"/>
          </p:nvPr>
        </p:nvSpPr>
        <p:spPr>
          <a:xfrm>
            <a:off x="6189664" y="1849439"/>
            <a:ext cx="2624136"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32FD5E28-DACE-C0A6-698B-E77424A9EBBA}"/>
              </a:ext>
            </a:extLst>
          </p:cNvPr>
          <p:cNvSpPr>
            <a:spLocks noGrp="1"/>
          </p:cNvSpPr>
          <p:nvPr>
            <p:ph sz="quarter" idx="26"/>
          </p:nvPr>
        </p:nvSpPr>
        <p:spPr>
          <a:xfrm>
            <a:off x="9015414" y="1849439"/>
            <a:ext cx="2622548" cy="4017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32853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5C3F480E-7787-3C79-2F28-2BD141C8A6B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15">
            <a:extLst>
              <a:ext uri="{FF2B5EF4-FFF2-40B4-BE49-F238E27FC236}">
                <a16:creationId xmlns:a16="http://schemas.microsoft.com/office/drawing/2014/main" id="{5ABFA4E5-EE7C-B181-6613-2BCBB984ABF8}"/>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7674969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 Column with icons /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0" y="552450"/>
            <a:ext cx="5443379" cy="434975"/>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071C30E2-10A6-5251-1FC6-8810B8777FFE}"/>
              </a:ext>
            </a:extLst>
          </p:cNvPr>
          <p:cNvSpPr>
            <a:spLocks noGrp="1"/>
          </p:cNvSpPr>
          <p:nvPr>
            <p:ph type="pic" sz="quarter" idx="37" hasCustomPrompt="1"/>
          </p:nvPr>
        </p:nvSpPr>
        <p:spPr>
          <a:xfrm>
            <a:off x="546100" y="1849438"/>
            <a:ext cx="722376" cy="720725"/>
          </a:xfrm>
          <a:noFill/>
          <a:ln>
            <a:noFill/>
          </a:ln>
        </p:spPr>
        <p:txBody>
          <a:bodyPr anchor="ctr"/>
          <a:lstStyle>
            <a:lvl1pPr algn="ctr">
              <a:defRPr>
                <a:solidFill>
                  <a:schemeClr val="tx1"/>
                </a:solidFill>
              </a:defRPr>
            </a:lvl1pPr>
          </a:lstStyle>
          <a:p>
            <a:r>
              <a:rPr lang="en-US"/>
              <a:t>Icon</a:t>
            </a:r>
          </a:p>
        </p:txBody>
      </p:sp>
      <p:sp>
        <p:nvSpPr>
          <p:cNvPr id="11" name="Picture Placeholder 9">
            <a:extLst>
              <a:ext uri="{FF2B5EF4-FFF2-40B4-BE49-F238E27FC236}">
                <a16:creationId xmlns:a16="http://schemas.microsoft.com/office/drawing/2014/main" id="{2779889F-8243-735B-D407-39B553561C4A}"/>
              </a:ext>
            </a:extLst>
          </p:cNvPr>
          <p:cNvSpPr>
            <a:spLocks noGrp="1" noChangeAspect="1"/>
          </p:cNvSpPr>
          <p:nvPr>
            <p:ph type="pic" sz="quarter" idx="38" hasCustomPrompt="1"/>
          </p:nvPr>
        </p:nvSpPr>
        <p:spPr>
          <a:xfrm>
            <a:off x="546100" y="3146426"/>
            <a:ext cx="723632" cy="692149"/>
          </a:xfrm>
          <a:noFill/>
          <a:ln>
            <a:noFill/>
          </a:ln>
        </p:spPr>
        <p:txBody>
          <a:bodyPr anchor="ctr"/>
          <a:lstStyle>
            <a:lvl1pPr algn="ctr">
              <a:defRPr>
                <a:solidFill>
                  <a:schemeClr val="tx1"/>
                </a:solidFill>
              </a:defRPr>
            </a:lvl1pPr>
          </a:lstStyle>
          <a:p>
            <a:r>
              <a:rPr lang="en-US"/>
              <a:t>Icon</a:t>
            </a:r>
          </a:p>
        </p:txBody>
      </p:sp>
      <p:sp>
        <p:nvSpPr>
          <p:cNvPr id="12" name="Picture Placeholder 9">
            <a:extLst>
              <a:ext uri="{FF2B5EF4-FFF2-40B4-BE49-F238E27FC236}">
                <a16:creationId xmlns:a16="http://schemas.microsoft.com/office/drawing/2014/main" id="{7E3BD4E3-4BCD-3C87-CEE7-D70639AB32E4}"/>
              </a:ext>
            </a:extLst>
          </p:cNvPr>
          <p:cNvSpPr>
            <a:spLocks noGrp="1"/>
          </p:cNvSpPr>
          <p:nvPr>
            <p:ph type="pic" sz="quarter" idx="39" hasCustomPrompt="1"/>
          </p:nvPr>
        </p:nvSpPr>
        <p:spPr>
          <a:xfrm>
            <a:off x="546100" y="4421188"/>
            <a:ext cx="722376" cy="730249"/>
          </a:xfrm>
          <a:noFill/>
          <a:ln>
            <a:noFill/>
          </a:ln>
        </p:spPr>
        <p:txBody>
          <a:bodyPr anchor="ctr"/>
          <a:lstStyle>
            <a:lvl1pPr algn="ctr">
              <a:defRPr>
                <a:solidFill>
                  <a:schemeClr val="tx1"/>
                </a:solidFill>
              </a:defRPr>
            </a:lvl1pPr>
          </a:lstStyle>
          <a:p>
            <a:r>
              <a:rPr lang="en-US"/>
              <a:t>Icon</a:t>
            </a:r>
          </a:p>
        </p:txBody>
      </p:sp>
      <p:sp>
        <p:nvSpPr>
          <p:cNvPr id="4" name="Freeform 5">
            <a:extLst>
              <a:ext uri="{FF2B5EF4-FFF2-40B4-BE49-F238E27FC236}">
                <a16:creationId xmlns:a16="http://schemas.microsoft.com/office/drawing/2014/main" id="{DC2B09DE-A1A4-4C35-6E17-FAA89478D0B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0" name="Text Placeholder 10">
            <a:extLst>
              <a:ext uri="{FF2B5EF4-FFF2-40B4-BE49-F238E27FC236}">
                <a16:creationId xmlns:a16="http://schemas.microsoft.com/office/drawing/2014/main" id="{3CA37D90-0D74-AE2A-B25D-69FCBDEAD1C9}"/>
              </a:ext>
            </a:extLst>
          </p:cNvPr>
          <p:cNvSpPr>
            <a:spLocks noGrp="1"/>
          </p:cNvSpPr>
          <p:nvPr>
            <p:ph type="body" sz="quarter" idx="21"/>
          </p:nvPr>
        </p:nvSpPr>
        <p:spPr>
          <a:xfrm>
            <a:off x="546100" y="1127125"/>
            <a:ext cx="5445125" cy="296863"/>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15">
            <a:extLst>
              <a:ext uri="{FF2B5EF4-FFF2-40B4-BE49-F238E27FC236}">
                <a16:creationId xmlns:a16="http://schemas.microsoft.com/office/drawing/2014/main" id="{91CF4EAB-36B2-D655-23E6-0560D7AA1292}"/>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3" name="Content Placeholder 32">
            <a:extLst>
              <a:ext uri="{FF2B5EF4-FFF2-40B4-BE49-F238E27FC236}">
                <a16:creationId xmlns:a16="http://schemas.microsoft.com/office/drawing/2014/main" id="{F52E03F2-F72D-3919-6A71-4CEA2D954B96}"/>
              </a:ext>
            </a:extLst>
          </p:cNvPr>
          <p:cNvSpPr>
            <a:spLocks noGrp="1"/>
          </p:cNvSpPr>
          <p:nvPr>
            <p:ph sz="quarter" idx="40"/>
          </p:nvPr>
        </p:nvSpPr>
        <p:spPr>
          <a:xfrm>
            <a:off x="1485901" y="1849438"/>
            <a:ext cx="4505324" cy="998537"/>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5" name="Content Placeholder 34">
            <a:extLst>
              <a:ext uri="{FF2B5EF4-FFF2-40B4-BE49-F238E27FC236}">
                <a16:creationId xmlns:a16="http://schemas.microsoft.com/office/drawing/2014/main" id="{B626F10D-848A-E6CB-7D19-295563F81456}"/>
              </a:ext>
            </a:extLst>
          </p:cNvPr>
          <p:cNvSpPr>
            <a:spLocks noGrp="1"/>
          </p:cNvSpPr>
          <p:nvPr>
            <p:ph sz="quarter" idx="41"/>
          </p:nvPr>
        </p:nvSpPr>
        <p:spPr>
          <a:xfrm>
            <a:off x="1485900" y="3146426"/>
            <a:ext cx="4505325" cy="8382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7" name="Content Placeholder 36">
            <a:extLst>
              <a:ext uri="{FF2B5EF4-FFF2-40B4-BE49-F238E27FC236}">
                <a16:creationId xmlns:a16="http://schemas.microsoft.com/office/drawing/2014/main" id="{FE10D5E1-C329-1061-FDA3-9EC5BE5ECB6F}"/>
              </a:ext>
            </a:extLst>
          </p:cNvPr>
          <p:cNvSpPr>
            <a:spLocks noGrp="1"/>
          </p:cNvSpPr>
          <p:nvPr>
            <p:ph sz="quarter" idx="42"/>
          </p:nvPr>
        </p:nvSpPr>
        <p:spPr>
          <a:xfrm>
            <a:off x="1485900" y="4421189"/>
            <a:ext cx="4505325" cy="1020762"/>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Tree>
    <p:extLst>
      <p:ext uri="{BB962C8B-B14F-4D97-AF65-F5344CB8AC3E}">
        <p14:creationId xmlns:p14="http://schemas.microsoft.com/office/powerpoint/2010/main" val="4478814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40343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p>
            <a:r>
              <a:rPr lang="en-US"/>
              <a:t>Click to edit Master title style</a:t>
            </a:r>
          </a:p>
        </p:txBody>
      </p:sp>
      <p:sp>
        <p:nvSpPr>
          <p:cNvPr id="4" name="Freeform 5">
            <a:extLst>
              <a:ext uri="{FF2B5EF4-FFF2-40B4-BE49-F238E27FC236}">
                <a16:creationId xmlns:a16="http://schemas.microsoft.com/office/drawing/2014/main" id="{83F80ED4-EB7B-394D-C29E-898DB0D61D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A96A9E9C-CF80-8438-5697-6A29008CD5FA}"/>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2746260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ynamic Slices 1 / Ligh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B8ED52C6-CAF9-7CFB-3BBD-C28F1DD35377}"/>
              </a:ext>
            </a:extLst>
          </p:cNvPr>
          <p:cNvSpPr>
            <a:spLocks noGrp="1"/>
          </p:cNvSpPr>
          <p:nvPr>
            <p:ph type="title"/>
          </p:nvPr>
        </p:nvSpPr>
        <p:spPr>
          <a:xfrm>
            <a:off x="546541" y="552450"/>
            <a:ext cx="6851210" cy="434975"/>
          </a:xfrm>
        </p:spPr>
        <p:txBody>
          <a:bodyPr/>
          <a:lstStyle/>
          <a:p>
            <a:r>
              <a:rPr lang="en-US"/>
              <a:t>Click to edit Master title style</a:t>
            </a:r>
          </a:p>
        </p:txBody>
      </p:sp>
      <p:sp>
        <p:nvSpPr>
          <p:cNvPr id="2" name="Freeform 5">
            <a:extLst>
              <a:ext uri="{FF2B5EF4-FFF2-40B4-BE49-F238E27FC236}">
                <a16:creationId xmlns:a16="http://schemas.microsoft.com/office/drawing/2014/main" id="{C80AD849-5BBF-D879-E4D7-75E59F95492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C6506391-3DB1-9F32-7688-9823C2B43230}"/>
              </a:ext>
            </a:extLst>
          </p:cNvPr>
          <p:cNvSpPr>
            <a:spLocks noGrp="1"/>
          </p:cNvSpPr>
          <p:nvPr>
            <p:ph type="body" sz="quarter" idx="18"/>
          </p:nvPr>
        </p:nvSpPr>
        <p:spPr>
          <a:xfrm>
            <a:off x="546540" y="1127126"/>
            <a:ext cx="68512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C8DB3B3-004C-E921-0B4A-5EE8B997DF71}"/>
              </a:ext>
            </a:extLst>
          </p:cNvPr>
          <p:cNvSpPr>
            <a:spLocks noGrp="1"/>
          </p:cNvSpPr>
          <p:nvPr>
            <p:ph type="body" sz="quarter" idx="19" hasCustomPrompt="1"/>
          </p:nvPr>
        </p:nvSpPr>
        <p:spPr>
          <a:xfrm>
            <a:off x="546541" y="6019800"/>
            <a:ext cx="685121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8" name="Content Placeholder 25">
            <a:extLst>
              <a:ext uri="{FF2B5EF4-FFF2-40B4-BE49-F238E27FC236}">
                <a16:creationId xmlns:a16="http://schemas.microsoft.com/office/drawing/2014/main" id="{02974D94-9BEF-B148-C21F-FB42A3CC7E5D}"/>
              </a:ext>
            </a:extLst>
          </p:cNvPr>
          <p:cNvSpPr>
            <a:spLocks noGrp="1"/>
          </p:cNvSpPr>
          <p:nvPr>
            <p:ph sz="quarter" idx="23"/>
          </p:nvPr>
        </p:nvSpPr>
        <p:spPr>
          <a:xfrm>
            <a:off x="546540" y="1849438"/>
            <a:ext cx="6851209"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70200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57B56-D11B-9162-7023-12E809D6B1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7" name="Text Placeholder 13">
            <a:extLst>
              <a:ext uri="{FF2B5EF4-FFF2-40B4-BE49-F238E27FC236}">
                <a16:creationId xmlns:a16="http://schemas.microsoft.com/office/drawing/2014/main" id="{D5FC25B8-805C-1612-14FC-B175AA440631}"/>
              </a:ext>
            </a:extLst>
          </p:cNvPr>
          <p:cNvSpPr>
            <a:spLocks noGrp="1"/>
          </p:cNvSpPr>
          <p:nvPr>
            <p:ph type="body" sz="quarter" idx="24"/>
          </p:nvPr>
        </p:nvSpPr>
        <p:spPr>
          <a:xfrm>
            <a:off x="546100" y="6019801"/>
            <a:ext cx="6851649"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9888405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495342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1" name="Text Placeholder 13">
            <a:extLst>
              <a:ext uri="{FF2B5EF4-FFF2-40B4-BE49-F238E27FC236}">
                <a16:creationId xmlns:a16="http://schemas.microsoft.com/office/drawing/2014/main" id="{EECC0D08-185E-0174-824D-5A7A264DB01F}"/>
              </a:ext>
            </a:extLst>
          </p:cNvPr>
          <p:cNvSpPr>
            <a:spLocks noGrp="1"/>
          </p:cNvSpPr>
          <p:nvPr>
            <p:ph type="body" sz="quarter" idx="24"/>
          </p:nvPr>
        </p:nvSpPr>
        <p:spPr>
          <a:xfrm>
            <a:off x="546891" y="6019801"/>
            <a:ext cx="6850857"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112452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ynamic Slices 2 / Ligh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5 for instructions on how to update footer</a:t>
            </a:r>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100" y="552450"/>
            <a:ext cx="5445125" cy="434975"/>
          </a:xfrm>
        </p:spPr>
        <p:txBody>
          <a:bodyPr/>
          <a:lstStyle>
            <a:lvl1pPr>
              <a:defRPr>
                <a:solidFill>
                  <a:schemeClr val="tx2"/>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4" name="Freeform 5">
            <a:extLst>
              <a:ext uri="{FF2B5EF4-FFF2-40B4-BE49-F238E27FC236}">
                <a16:creationId xmlns:a16="http://schemas.microsoft.com/office/drawing/2014/main" id="{75E3A3AB-C899-2F14-4772-F41275E7336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ECB37E7F-4E3C-E404-9DDD-59DE28C0077B}"/>
              </a:ext>
            </a:extLst>
          </p:cNvPr>
          <p:cNvSpPr>
            <a:spLocks noGrp="1"/>
          </p:cNvSpPr>
          <p:nvPr>
            <p:ph type="body" sz="quarter" idx="18"/>
          </p:nvPr>
        </p:nvSpPr>
        <p:spPr>
          <a:xfrm>
            <a:off x="546100" y="1127126"/>
            <a:ext cx="5445125"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832FAA27-BCE1-37FB-9BE3-8699F7E0E899}"/>
              </a:ext>
            </a:extLst>
          </p:cNvPr>
          <p:cNvSpPr>
            <a:spLocks noGrp="1"/>
          </p:cNvSpPr>
          <p:nvPr>
            <p:ph type="body" sz="quarter" idx="19" hasCustomPrompt="1"/>
          </p:nvPr>
        </p:nvSpPr>
        <p:spPr>
          <a:xfrm>
            <a:off x="546101"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9" name="Content Placeholder 25">
            <a:extLst>
              <a:ext uri="{FF2B5EF4-FFF2-40B4-BE49-F238E27FC236}">
                <a16:creationId xmlns:a16="http://schemas.microsoft.com/office/drawing/2014/main" id="{C6AFCAE6-3A9A-0A39-AF9B-54D500EE9D1A}"/>
              </a:ext>
            </a:extLst>
          </p:cNvPr>
          <p:cNvSpPr>
            <a:spLocks noGrp="1"/>
          </p:cNvSpPr>
          <p:nvPr>
            <p:ph sz="quarter" idx="23"/>
          </p:nvPr>
        </p:nvSpPr>
        <p:spPr>
          <a:xfrm>
            <a:off x="546100" y="1849438"/>
            <a:ext cx="685165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C32F9A93-72A9-3D7C-5E64-1256DD12F966}"/>
              </a:ext>
            </a:extLst>
          </p:cNvPr>
          <p:cNvSpPr/>
          <p:nvPr userDrawn="1"/>
        </p:nvSpPr>
        <p:spPr>
          <a:xfrm>
            <a:off x="8125765" y="1566862"/>
            <a:ext cx="4066235" cy="5291137"/>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D3E5534D-668A-F3FA-3A87-AF2CA9556356}"/>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Tree>
    <p:extLst>
      <p:ext uri="{BB962C8B-B14F-4D97-AF65-F5344CB8AC3E}">
        <p14:creationId xmlns:p14="http://schemas.microsoft.com/office/powerpoint/2010/main" val="39266445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tx2"/>
                </a:solidFill>
              </a:defRPr>
            </a:lvl1pPr>
          </a:lstStyle>
          <a:p>
            <a:r>
              <a:rPr lang="en-US"/>
              <a:t>Click to edit Master title style</a:t>
            </a:r>
          </a:p>
        </p:txBody>
      </p:sp>
      <p:sp>
        <p:nvSpPr>
          <p:cNvPr id="3" name="Freeform 5">
            <a:extLst>
              <a:ext uri="{FF2B5EF4-FFF2-40B4-BE49-F238E27FC236}">
                <a16:creationId xmlns:a16="http://schemas.microsoft.com/office/drawing/2014/main" id="{51A2B53C-6D02-BDF9-985B-07222E28EC1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Text Placeholder 13">
            <a:extLst>
              <a:ext uri="{FF2B5EF4-FFF2-40B4-BE49-F238E27FC236}">
                <a16:creationId xmlns:a16="http://schemas.microsoft.com/office/drawing/2014/main" id="{912FB487-0A83-3038-FA1F-1E425681D205}"/>
              </a:ext>
            </a:extLst>
          </p:cNvPr>
          <p:cNvSpPr>
            <a:spLocks noGrp="1"/>
          </p:cNvSpPr>
          <p:nvPr>
            <p:ph type="body" sz="quarter" idx="24"/>
          </p:nvPr>
        </p:nvSpPr>
        <p:spPr>
          <a:xfrm>
            <a:off x="546100" y="6019801"/>
            <a:ext cx="685534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8989889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ynamic Slices 2 / Dark">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308A00-4938-A4F1-3780-B52C6BA58AC5}"/>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5C25FA9-2DC2-B06B-E7AA-31258B974C05}"/>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892" y="552450"/>
            <a:ext cx="5444333" cy="434975"/>
          </a:xfrm>
        </p:spPr>
        <p:txBody>
          <a:bodyPr/>
          <a:lstStyle>
            <a:lvl1pPr>
              <a:defRPr>
                <a:solidFill>
                  <a:schemeClr val="accent1"/>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22" name="Text Placeholder 11">
            <a:extLst>
              <a:ext uri="{FF2B5EF4-FFF2-40B4-BE49-F238E27FC236}">
                <a16:creationId xmlns:a16="http://schemas.microsoft.com/office/drawing/2014/main" id="{A09E7A87-B133-8C2E-3361-C82516967FAB}"/>
              </a:ext>
            </a:extLst>
          </p:cNvPr>
          <p:cNvSpPr>
            <a:spLocks noGrp="1"/>
          </p:cNvSpPr>
          <p:nvPr>
            <p:ph type="body" sz="quarter" idx="18"/>
          </p:nvPr>
        </p:nvSpPr>
        <p:spPr>
          <a:xfrm>
            <a:off x="546892" y="1127125"/>
            <a:ext cx="544433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0128354-9047-7350-5416-848442CCD831}"/>
              </a:ext>
            </a:extLst>
          </p:cNvPr>
          <p:cNvSpPr>
            <a:spLocks noGrp="1"/>
          </p:cNvSpPr>
          <p:nvPr>
            <p:ph sz="quarter" idx="23"/>
          </p:nvPr>
        </p:nvSpPr>
        <p:spPr>
          <a:xfrm>
            <a:off x="546892" y="1849438"/>
            <a:ext cx="6850858" cy="4017961"/>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3">
            <a:extLst>
              <a:ext uri="{FF2B5EF4-FFF2-40B4-BE49-F238E27FC236}">
                <a16:creationId xmlns:a16="http://schemas.microsoft.com/office/drawing/2014/main" id="{72CE5105-8928-8980-F557-C8D17BD90A57}"/>
              </a:ext>
            </a:extLst>
          </p:cNvPr>
          <p:cNvSpPr>
            <a:spLocks noGrp="1"/>
          </p:cNvSpPr>
          <p:nvPr>
            <p:ph type="body" sz="quarter" idx="24"/>
          </p:nvPr>
        </p:nvSpPr>
        <p:spPr>
          <a:xfrm>
            <a:off x="546892" y="6019801"/>
            <a:ext cx="68545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1308867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2265EDEA-EF70-E7C2-266B-98ED28E8BD71}"/>
              </a:ext>
            </a:extLst>
          </p:cNvPr>
          <p:cNvSpPr>
            <a:spLocks noGrp="1"/>
          </p:cNvSpPr>
          <p:nvPr>
            <p:ph type="body" sz="quarter" idx="24"/>
          </p:nvPr>
        </p:nvSpPr>
        <p:spPr>
          <a:xfrm>
            <a:off x="546100" y="6019801"/>
            <a:ext cx="685164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51179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ynamic Slices 3 / Ligh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6891" y="552450"/>
            <a:ext cx="6850858" cy="434975"/>
          </a:xfrm>
        </p:spPr>
        <p:txBody>
          <a:bodyPr/>
          <a:lstStyle>
            <a:lvl1pPr>
              <a:defRPr>
                <a:solidFill>
                  <a:schemeClr val="tx2"/>
                </a:solidFill>
              </a:defRPr>
            </a:lvl1pPr>
          </a:lstStyle>
          <a:p>
            <a:r>
              <a:rPr lang="en-US"/>
              <a:t>Click to edit Master title style</a:t>
            </a:r>
          </a:p>
        </p:txBody>
      </p:sp>
      <p:sp>
        <p:nvSpPr>
          <p:cNvPr id="10" name="Picture Placeholder 9">
            <a:extLst>
              <a:ext uri="{FF2B5EF4-FFF2-40B4-BE49-F238E27FC236}">
                <a16:creationId xmlns:a16="http://schemas.microsoft.com/office/drawing/2014/main" id="{28364535-ED1A-CBB0-F2E7-B24E32C753E0}"/>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4" name="Freeform 5">
            <a:extLst>
              <a:ext uri="{FF2B5EF4-FFF2-40B4-BE49-F238E27FC236}">
                <a16:creationId xmlns:a16="http://schemas.microsoft.com/office/drawing/2014/main" id="{ABBE180D-A7A0-4B00-05DE-E5D0B28305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9E4B5CA9-B99A-587A-7D0F-4D043F1DC21F}"/>
              </a:ext>
            </a:extLst>
          </p:cNvPr>
          <p:cNvSpPr>
            <a:spLocks noGrp="1"/>
          </p:cNvSpPr>
          <p:nvPr>
            <p:ph type="body" sz="quarter" idx="18"/>
          </p:nvPr>
        </p:nvSpPr>
        <p:spPr>
          <a:xfrm>
            <a:off x="546100" y="1128713"/>
            <a:ext cx="6851648" cy="29368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4FCD9D92-5EBB-1267-37DE-7FFC864C27C1}"/>
              </a:ext>
            </a:extLst>
          </p:cNvPr>
          <p:cNvSpPr>
            <a:spLocks noGrp="1"/>
          </p:cNvSpPr>
          <p:nvPr>
            <p:ph type="body" sz="quarter" idx="19" hasCustomPrompt="1"/>
          </p:nvPr>
        </p:nvSpPr>
        <p:spPr>
          <a:xfrm>
            <a:off x="546892" y="6019800"/>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8" name="Content Placeholder 25">
            <a:extLst>
              <a:ext uri="{FF2B5EF4-FFF2-40B4-BE49-F238E27FC236}">
                <a16:creationId xmlns:a16="http://schemas.microsoft.com/office/drawing/2014/main" id="{A2A7940A-1484-5578-4B6A-6E74DB89CA57}"/>
              </a:ext>
            </a:extLst>
          </p:cNvPr>
          <p:cNvSpPr>
            <a:spLocks noGrp="1"/>
          </p:cNvSpPr>
          <p:nvPr>
            <p:ph sz="quarter" idx="23"/>
          </p:nvPr>
        </p:nvSpPr>
        <p:spPr>
          <a:xfrm>
            <a:off x="546892" y="1849438"/>
            <a:ext cx="6850858" cy="330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1E315FF8-12D7-D071-8093-E6198E390C07}"/>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A89257F7-621A-5336-6983-2E0294700EF3}"/>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9819018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tx2"/>
                </a:solidFill>
              </a:defRPr>
            </a:lvl1pPr>
          </a:lstStyle>
          <a:p>
            <a:r>
              <a:rPr lang="en-US"/>
              <a:t>Click to edit Master title style</a:t>
            </a:r>
          </a:p>
        </p:txBody>
      </p:sp>
      <p:sp>
        <p:nvSpPr>
          <p:cNvPr id="4" name="Freeform 5">
            <a:extLst>
              <a:ext uri="{FF2B5EF4-FFF2-40B4-BE49-F238E27FC236}">
                <a16:creationId xmlns:a16="http://schemas.microsoft.com/office/drawing/2014/main" id="{3A949BFE-ECBB-4316-6710-3684B89FF00C}"/>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3">
            <a:extLst>
              <a:ext uri="{FF2B5EF4-FFF2-40B4-BE49-F238E27FC236}">
                <a16:creationId xmlns:a16="http://schemas.microsoft.com/office/drawing/2014/main" id="{871AEB0B-0B00-555A-5C9B-C9A03C9EDEEB}"/>
              </a:ext>
            </a:extLst>
          </p:cNvPr>
          <p:cNvSpPr>
            <a:spLocks noGrp="1"/>
          </p:cNvSpPr>
          <p:nvPr>
            <p:ph type="body" sz="quarter" idx="24"/>
          </p:nvPr>
        </p:nvSpPr>
        <p:spPr>
          <a:xfrm>
            <a:off x="546100" y="6019801"/>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36887313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ynamic Slices 3 / Dark">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5147" y="552450"/>
            <a:ext cx="6850856" cy="434975"/>
          </a:xfrm>
        </p:spPr>
        <p:txBody>
          <a:bodyPr/>
          <a:lstStyle>
            <a:lvl1pPr>
              <a:defRPr>
                <a:solidFill>
                  <a:schemeClr val="accent1"/>
                </a:solidFill>
              </a:defRPr>
            </a:lvl1pPr>
          </a:lstStyle>
          <a:p>
            <a:r>
              <a:rPr lang="en-US"/>
              <a:t>Click to edit Master title style</a:t>
            </a:r>
          </a:p>
        </p:txBody>
      </p:sp>
      <p:sp>
        <p:nvSpPr>
          <p:cNvPr id="15" name="Text Placeholder 11">
            <a:extLst>
              <a:ext uri="{FF2B5EF4-FFF2-40B4-BE49-F238E27FC236}">
                <a16:creationId xmlns:a16="http://schemas.microsoft.com/office/drawing/2014/main" id="{E8E7A520-8D19-1EB7-4C7B-61AA51ACCF70}"/>
              </a:ext>
            </a:extLst>
          </p:cNvPr>
          <p:cNvSpPr>
            <a:spLocks noGrp="1"/>
          </p:cNvSpPr>
          <p:nvPr>
            <p:ph type="body" sz="quarter" idx="18"/>
          </p:nvPr>
        </p:nvSpPr>
        <p:spPr>
          <a:xfrm>
            <a:off x="546100" y="1127126"/>
            <a:ext cx="6851649"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6" name="Content Placeholder 25">
            <a:extLst>
              <a:ext uri="{FF2B5EF4-FFF2-40B4-BE49-F238E27FC236}">
                <a16:creationId xmlns:a16="http://schemas.microsoft.com/office/drawing/2014/main" id="{28AF4221-65CA-B054-F531-6DBCC5DE6AC0}"/>
              </a:ext>
            </a:extLst>
          </p:cNvPr>
          <p:cNvSpPr>
            <a:spLocks noGrp="1"/>
          </p:cNvSpPr>
          <p:nvPr>
            <p:ph sz="quarter" idx="23"/>
          </p:nvPr>
        </p:nvSpPr>
        <p:spPr>
          <a:xfrm>
            <a:off x="546892" y="1849438"/>
            <a:ext cx="6850857" cy="33020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3">
            <a:extLst>
              <a:ext uri="{FF2B5EF4-FFF2-40B4-BE49-F238E27FC236}">
                <a16:creationId xmlns:a16="http://schemas.microsoft.com/office/drawing/2014/main" id="{C1A6F190-ADA1-E908-E0F1-D9B0DC198DAE}"/>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7DD19302-3490-4363-31D6-A0E59636C5F8}"/>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398A8D35-FB18-754A-7B6A-B3BC203A0044}"/>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DF234296-5557-C221-1254-5A736D5B7FFF}"/>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37615466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3">
            <a:extLst>
              <a:ext uri="{FF2B5EF4-FFF2-40B4-BE49-F238E27FC236}">
                <a16:creationId xmlns:a16="http://schemas.microsoft.com/office/drawing/2014/main" id="{1F0B1429-1262-BB0D-EEE9-9308631827BA}"/>
              </a:ext>
            </a:extLst>
          </p:cNvPr>
          <p:cNvSpPr>
            <a:spLocks noGrp="1"/>
          </p:cNvSpPr>
          <p:nvPr>
            <p:ph type="body" sz="quarter" idx="24"/>
          </p:nvPr>
        </p:nvSpPr>
        <p:spPr>
          <a:xfrm>
            <a:off x="546892" y="6019801"/>
            <a:ext cx="544433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Tree>
    <p:extLst>
      <p:ext uri="{BB962C8B-B14F-4D97-AF65-F5344CB8AC3E}">
        <p14:creationId xmlns:p14="http://schemas.microsoft.com/office/powerpoint/2010/main" val="39583389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9">
            <a:extLst>
              <a:ext uri="{FF2B5EF4-FFF2-40B4-BE49-F238E27FC236}">
                <a16:creationId xmlns:a16="http://schemas.microsoft.com/office/drawing/2014/main" id="{CC315AB5-1A8A-0272-124A-17B0C97D4F3F}"/>
              </a:ext>
            </a:extLst>
          </p:cNvPr>
          <p:cNvSpPr>
            <a:spLocks noGrp="1"/>
          </p:cNvSpPr>
          <p:nvPr>
            <p:ph type="pic" sz="quarter" idx="28" hasCustomPrompt="1"/>
          </p:nvPr>
        </p:nvSpPr>
        <p:spPr>
          <a:xfrm>
            <a:off x="4287583" y="1700213"/>
            <a:ext cx="722376" cy="725487"/>
          </a:xfrm>
          <a:noFill/>
          <a:ln>
            <a:noFill/>
          </a:ln>
        </p:spPr>
        <p:txBody>
          <a:bodyPr anchor="b"/>
          <a:lstStyle>
            <a:lvl1pPr algn="ctr">
              <a:defRPr>
                <a:solidFill>
                  <a:schemeClr val="bg1"/>
                </a:solidFill>
              </a:defRPr>
            </a:lvl1pPr>
          </a:lstStyle>
          <a:p>
            <a:r>
              <a:rPr lang="en-US"/>
              <a:t>Icon</a:t>
            </a:r>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6969823" y="1700213"/>
            <a:ext cx="722376" cy="725487"/>
          </a:xfrm>
          <a:noFill/>
          <a:ln>
            <a:noFill/>
          </a:ln>
        </p:spPr>
        <p:txBody>
          <a:bodyPr anchor="b"/>
          <a:lstStyle>
            <a:lvl1pPr algn="ctr">
              <a:defRPr>
                <a:solidFill>
                  <a:schemeClr val="bg1"/>
                </a:solidFill>
              </a:defRPr>
            </a:lvl1pPr>
          </a:lstStyle>
          <a:p>
            <a:r>
              <a:rPr lang="en-US"/>
              <a:t>Icon</a:t>
            </a:r>
          </a:p>
        </p:txBody>
      </p:sp>
      <p:sp>
        <p:nvSpPr>
          <p:cNvPr id="22" name="Picture Placeholder 9">
            <a:extLst>
              <a:ext uri="{FF2B5EF4-FFF2-40B4-BE49-F238E27FC236}">
                <a16:creationId xmlns:a16="http://schemas.microsoft.com/office/drawing/2014/main" id="{25C2B24F-2F63-693C-4B5C-5218010E6E17}"/>
              </a:ext>
            </a:extLst>
          </p:cNvPr>
          <p:cNvSpPr>
            <a:spLocks noGrp="1"/>
          </p:cNvSpPr>
          <p:nvPr>
            <p:ph type="pic" sz="quarter" idx="30" hasCustomPrompt="1"/>
          </p:nvPr>
        </p:nvSpPr>
        <p:spPr>
          <a:xfrm>
            <a:off x="9695606" y="1700213"/>
            <a:ext cx="722376" cy="725487"/>
          </a:xfrm>
          <a:noFill/>
          <a:ln>
            <a:noFill/>
          </a:ln>
        </p:spPr>
        <p:txBody>
          <a:bodyPr anchor="b"/>
          <a:lstStyle>
            <a:lvl1pPr algn="ctr">
              <a:defRPr>
                <a:solidFill>
                  <a:schemeClr val="tx1"/>
                </a:solidFill>
              </a:defRPr>
            </a:lvl1pPr>
          </a:lstStyle>
          <a:p>
            <a:r>
              <a:rPr lang="en-US"/>
              <a:t>Icon</a:t>
            </a:r>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101" y="552450"/>
            <a:ext cx="3513784" cy="434975"/>
          </a:xfrm>
        </p:spPr>
        <p:txBody>
          <a:bodyPr rIns="274320"/>
          <a:lstStyle>
            <a:lvl1pPr>
              <a:defRPr>
                <a:solidFill>
                  <a:schemeClr val="tx2"/>
                </a:solidFill>
              </a:defRPr>
            </a:lvl1pPr>
          </a:lstStyle>
          <a:p>
            <a:r>
              <a:rPr lang="en-US"/>
              <a:t>Click to edit Master title style</a:t>
            </a:r>
          </a:p>
        </p:txBody>
      </p:sp>
      <p:sp>
        <p:nvSpPr>
          <p:cNvPr id="4" name="Freeform 5">
            <a:extLst>
              <a:ext uri="{FF2B5EF4-FFF2-40B4-BE49-F238E27FC236}">
                <a16:creationId xmlns:a16="http://schemas.microsoft.com/office/drawing/2014/main" id="{C6DF79E6-D4E8-1A83-F47C-3A44B264B93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BC76AFF6-CF90-29B2-6B5F-2F953DE61D0F}"/>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1849438"/>
            <a:ext cx="3310473" cy="4017962"/>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Tree>
    <p:extLst>
      <p:ext uri="{BB962C8B-B14F-4D97-AF65-F5344CB8AC3E}">
        <p14:creationId xmlns:p14="http://schemas.microsoft.com/office/powerpoint/2010/main" val="7407528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70F910A-0FDA-8569-64E0-CDA719003479}"/>
              </a:ext>
            </a:extLst>
          </p:cNvPr>
          <p:cNvSpPr>
            <a:spLocks noGrp="1"/>
          </p:cNvSpPr>
          <p:nvPr>
            <p:ph type="title"/>
          </p:nvPr>
        </p:nvSpPr>
        <p:spPr>
          <a:xfrm>
            <a:off x="546099" y="552450"/>
            <a:ext cx="3513785" cy="434975"/>
          </a:xfrm>
        </p:spPr>
        <p:txBody>
          <a:bodyPr rIns="274320"/>
          <a:lstStyle/>
          <a:p>
            <a:r>
              <a:rPr lang="en-US"/>
              <a:t>Click to edit Master title style</a:t>
            </a:r>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r>
              <a:rPr lang="en-US"/>
              <a:t>See slide 5 for instructions on how to update footer</a:t>
            </a:r>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4" name="Freeform 5">
            <a:extLst>
              <a:ext uri="{FF2B5EF4-FFF2-40B4-BE49-F238E27FC236}">
                <a16:creationId xmlns:a16="http://schemas.microsoft.com/office/drawing/2014/main" id="{074E9702-7D53-759A-8744-90315F172A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7" name="Text Placeholder 10">
            <a:extLst>
              <a:ext uri="{FF2B5EF4-FFF2-40B4-BE49-F238E27FC236}">
                <a16:creationId xmlns:a16="http://schemas.microsoft.com/office/drawing/2014/main" id="{8476A416-A714-4210-10C5-4ECE5403AD92}"/>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8" name="Text Placeholder 15">
            <a:extLst>
              <a:ext uri="{FF2B5EF4-FFF2-40B4-BE49-F238E27FC236}">
                <a16:creationId xmlns:a16="http://schemas.microsoft.com/office/drawing/2014/main" id="{E821CB68-EA76-1467-1729-66BB76463650}"/>
              </a:ext>
            </a:extLst>
          </p:cNvPr>
          <p:cNvSpPr>
            <a:spLocks noGrp="1"/>
          </p:cNvSpPr>
          <p:nvPr>
            <p:ph type="body" sz="quarter" idx="22"/>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9" name="Content Placeholder 22">
            <a:extLst>
              <a:ext uri="{FF2B5EF4-FFF2-40B4-BE49-F238E27FC236}">
                <a16:creationId xmlns:a16="http://schemas.microsoft.com/office/drawing/2014/main" id="{51AAE891-E737-DFDA-7D8D-D6B9BFB4D07E}"/>
              </a:ext>
            </a:extLst>
          </p:cNvPr>
          <p:cNvSpPr>
            <a:spLocks noGrp="1"/>
          </p:cNvSpPr>
          <p:nvPr>
            <p:ph sz="quarter" idx="23"/>
          </p:nvPr>
        </p:nvSpPr>
        <p:spPr>
          <a:xfrm>
            <a:off x="546099" y="1849438"/>
            <a:ext cx="3310473" cy="4017962"/>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07397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5">
            <a:extLst>
              <a:ext uri="{FF2B5EF4-FFF2-40B4-BE49-F238E27FC236}">
                <a16:creationId xmlns:a16="http://schemas.microsoft.com/office/drawing/2014/main" id="{68BA6A1E-20D9-E197-8F00-A2A7CD418E82}"/>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5">
            <a:extLst>
              <a:ext uri="{FF2B5EF4-FFF2-40B4-BE49-F238E27FC236}">
                <a16:creationId xmlns:a16="http://schemas.microsoft.com/office/drawing/2014/main" id="{10D68855-6C8B-26E2-7D19-EF4C14B54255}"/>
              </a:ext>
            </a:extLst>
          </p:cNvPr>
          <p:cNvSpPr>
            <a:spLocks noGrp="1"/>
          </p:cNvSpPr>
          <p:nvPr>
            <p:ph type="body" sz="quarter" idx="46"/>
          </p:nvPr>
        </p:nvSpPr>
        <p:spPr>
          <a:xfrm>
            <a:off x="546100" y="6019800"/>
            <a:ext cx="331482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rm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rm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7" name="Title 5">
            <a:extLst>
              <a:ext uri="{FF2B5EF4-FFF2-40B4-BE49-F238E27FC236}">
                <a16:creationId xmlns:a16="http://schemas.microsoft.com/office/drawing/2014/main" id="{48AC8EA4-0D69-7185-E21E-3A998D4C0283}"/>
              </a:ext>
            </a:extLst>
          </p:cNvPr>
          <p:cNvSpPr>
            <a:spLocks noGrp="1"/>
          </p:cNvSpPr>
          <p:nvPr>
            <p:ph type="title"/>
          </p:nvPr>
        </p:nvSpPr>
        <p:spPr>
          <a:xfrm>
            <a:off x="546099" y="552450"/>
            <a:ext cx="3513785" cy="434975"/>
          </a:xfrm>
        </p:spPr>
        <p:txBody>
          <a:bodyPr rIns="274320"/>
          <a:lstStyle/>
          <a:p>
            <a:r>
              <a:rPr lang="en-US"/>
              <a:t>Click to edit Master title style</a:t>
            </a:r>
          </a:p>
        </p:txBody>
      </p:sp>
      <p:sp>
        <p:nvSpPr>
          <p:cNvPr id="8" name="Text Placeholder 10">
            <a:extLst>
              <a:ext uri="{FF2B5EF4-FFF2-40B4-BE49-F238E27FC236}">
                <a16:creationId xmlns:a16="http://schemas.microsoft.com/office/drawing/2014/main" id="{2FE058B6-3992-C015-0C1B-CF5A092DD0C5}"/>
              </a:ext>
            </a:extLst>
          </p:cNvPr>
          <p:cNvSpPr>
            <a:spLocks noGrp="1"/>
          </p:cNvSpPr>
          <p:nvPr>
            <p:ph type="body" sz="quarter" idx="21"/>
          </p:nvPr>
        </p:nvSpPr>
        <p:spPr>
          <a:xfrm>
            <a:off x="546100" y="1127125"/>
            <a:ext cx="3310473"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9" name="Content Placeholder 22">
            <a:extLst>
              <a:ext uri="{FF2B5EF4-FFF2-40B4-BE49-F238E27FC236}">
                <a16:creationId xmlns:a16="http://schemas.microsoft.com/office/drawing/2014/main" id="{C1B56411-5CA6-9842-0E70-A429EA905CD5}"/>
              </a:ext>
            </a:extLst>
          </p:cNvPr>
          <p:cNvSpPr>
            <a:spLocks noGrp="1"/>
          </p:cNvSpPr>
          <p:nvPr>
            <p:ph sz="quarter" idx="23"/>
          </p:nvPr>
        </p:nvSpPr>
        <p:spPr>
          <a:xfrm>
            <a:off x="546099" y="1849438"/>
            <a:ext cx="3310473" cy="4017962"/>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Tree>
    <p:extLst>
      <p:ext uri="{BB962C8B-B14F-4D97-AF65-F5344CB8AC3E}">
        <p14:creationId xmlns:p14="http://schemas.microsoft.com/office/powerpoint/2010/main" val="22534686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a:solidFill>
                  <a:schemeClr val="tx2"/>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FD134F76-7012-6EEC-A825-D898002DCBEA}"/>
              </a:ext>
            </a:extLst>
          </p:cNvPr>
          <p:cNvSpPr>
            <a:spLocks noGrp="1"/>
          </p:cNvSpPr>
          <p:nvPr>
            <p:ph type="pic" sz="quarter" idx="28" hasCustomPrompt="1"/>
          </p:nvPr>
        </p:nvSpPr>
        <p:spPr>
          <a:xfrm>
            <a:off x="54582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2" name="Picture Placeholder 9">
            <a:extLst>
              <a:ext uri="{FF2B5EF4-FFF2-40B4-BE49-F238E27FC236}">
                <a16:creationId xmlns:a16="http://schemas.microsoft.com/office/drawing/2014/main" id="{863DF09F-2802-54BC-34C2-BC92D3C8205A}"/>
              </a:ext>
            </a:extLst>
          </p:cNvPr>
          <p:cNvSpPr>
            <a:spLocks noGrp="1"/>
          </p:cNvSpPr>
          <p:nvPr>
            <p:ph type="pic" sz="quarter" idx="36" hasCustomPrompt="1"/>
          </p:nvPr>
        </p:nvSpPr>
        <p:spPr>
          <a:xfrm>
            <a:off x="2802335"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3" name="Picture Placeholder 9">
            <a:extLst>
              <a:ext uri="{FF2B5EF4-FFF2-40B4-BE49-F238E27FC236}">
                <a16:creationId xmlns:a16="http://schemas.microsoft.com/office/drawing/2014/main" id="{3D2406FE-BD16-3B98-1AC4-2D5AA65FF9D9}"/>
              </a:ext>
            </a:extLst>
          </p:cNvPr>
          <p:cNvSpPr>
            <a:spLocks noGrp="1"/>
          </p:cNvSpPr>
          <p:nvPr>
            <p:ph type="pic" sz="quarter" idx="37" hasCustomPrompt="1"/>
          </p:nvPr>
        </p:nvSpPr>
        <p:spPr>
          <a:xfrm>
            <a:off x="5050633"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4" name="Picture Placeholder 9">
            <a:extLst>
              <a:ext uri="{FF2B5EF4-FFF2-40B4-BE49-F238E27FC236}">
                <a16:creationId xmlns:a16="http://schemas.microsoft.com/office/drawing/2014/main" id="{18479DC6-6C65-6D06-16A5-DC26A0B633FF}"/>
              </a:ext>
            </a:extLst>
          </p:cNvPr>
          <p:cNvSpPr>
            <a:spLocks noGrp="1"/>
          </p:cNvSpPr>
          <p:nvPr>
            <p:ph type="pic" sz="quarter" idx="38" hasCustomPrompt="1"/>
          </p:nvPr>
        </p:nvSpPr>
        <p:spPr>
          <a:xfrm>
            <a:off x="7298931"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5" name="Picture Placeholder 9">
            <a:extLst>
              <a:ext uri="{FF2B5EF4-FFF2-40B4-BE49-F238E27FC236}">
                <a16:creationId xmlns:a16="http://schemas.microsoft.com/office/drawing/2014/main" id="{BBAE8DFB-8DC8-374F-6F98-F8A1ADCA2C3C}"/>
              </a:ext>
            </a:extLst>
          </p:cNvPr>
          <p:cNvSpPr>
            <a:spLocks noGrp="1"/>
          </p:cNvSpPr>
          <p:nvPr>
            <p:ph type="pic" sz="quarter" idx="39" hasCustomPrompt="1"/>
          </p:nvPr>
        </p:nvSpPr>
        <p:spPr>
          <a:xfrm>
            <a:off x="9547229" y="1849438"/>
            <a:ext cx="694944" cy="720725"/>
          </a:xfrm>
          <a:noFill/>
          <a:ln>
            <a:noFill/>
          </a:ln>
        </p:spPr>
        <p:txBody>
          <a:bodyPr tIns="457200" anchor="ctr">
            <a:normAutofit/>
          </a:bodyPr>
          <a:lstStyle>
            <a:lvl1pPr algn="ctr">
              <a:defRPr sz="1100">
                <a:solidFill>
                  <a:schemeClr val="tx1"/>
                </a:solidFill>
              </a:defRPr>
            </a:lvl1pPr>
          </a:lstStyle>
          <a:p>
            <a:r>
              <a:rPr lang="en-US"/>
              <a:t>Icon</a:t>
            </a:r>
          </a:p>
        </p:txBody>
      </p:sp>
      <p:sp>
        <p:nvSpPr>
          <p:cNvPr id="2" name="Freeform 5">
            <a:extLst>
              <a:ext uri="{FF2B5EF4-FFF2-40B4-BE49-F238E27FC236}">
                <a16:creationId xmlns:a16="http://schemas.microsoft.com/office/drawing/2014/main" id="{F865BEBC-DC71-5993-E446-743B2380E9F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Tree>
    <p:extLst>
      <p:ext uri="{BB962C8B-B14F-4D97-AF65-F5344CB8AC3E}">
        <p14:creationId xmlns:p14="http://schemas.microsoft.com/office/powerpoint/2010/main" val="18066633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71FB9F00-A1C6-0B41-BCF5-7DBE317FE53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Tree>
    <p:extLst>
      <p:ext uri="{BB962C8B-B14F-4D97-AF65-F5344CB8AC3E}">
        <p14:creationId xmlns:p14="http://schemas.microsoft.com/office/powerpoint/2010/main" val="13599278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8C6C4B9C-0B61-5ABC-74A2-BD33D2CF5DE4}"/>
              </a:ext>
            </a:extLst>
          </p:cNvPr>
          <p:cNvSpPr>
            <a:spLocks noGrp="1"/>
          </p:cNvSpPr>
          <p:nvPr>
            <p:ph type="pic" sz="quarter" idx="28" hasCustomPrompt="1"/>
          </p:nvPr>
        </p:nvSpPr>
        <p:spPr>
          <a:xfrm>
            <a:off x="546100" y="3146426"/>
            <a:ext cx="694944" cy="692149"/>
          </a:xfrm>
          <a:noFill/>
          <a:ln>
            <a:noFill/>
          </a:ln>
        </p:spPr>
        <p:txBody>
          <a:bodyPr anchor="ctr"/>
          <a:lstStyle>
            <a:lvl1pPr algn="ctr">
              <a:defRPr>
                <a:solidFill>
                  <a:schemeClr val="tx1"/>
                </a:solidFill>
              </a:defRPr>
            </a:lvl1pPr>
          </a:lstStyle>
          <a:p>
            <a:r>
              <a:rPr lang="en-US"/>
              <a:t>Icon</a:t>
            </a:r>
          </a:p>
        </p:txBody>
      </p:sp>
      <p:sp>
        <p:nvSpPr>
          <p:cNvPr id="12" name="Picture Placeholder 9">
            <a:extLst>
              <a:ext uri="{FF2B5EF4-FFF2-40B4-BE49-F238E27FC236}">
                <a16:creationId xmlns:a16="http://schemas.microsoft.com/office/drawing/2014/main" id="{944A16B1-3C9F-C007-5BDB-4655C3395D3B}"/>
              </a:ext>
            </a:extLst>
          </p:cNvPr>
          <p:cNvSpPr>
            <a:spLocks noGrp="1"/>
          </p:cNvSpPr>
          <p:nvPr>
            <p:ph type="pic" sz="quarter" idx="29" hasCustomPrompt="1"/>
          </p:nvPr>
        </p:nvSpPr>
        <p:spPr>
          <a:xfrm>
            <a:off x="4328238" y="3146426"/>
            <a:ext cx="694944" cy="692150"/>
          </a:xfrm>
          <a:noFill/>
          <a:ln>
            <a:noFill/>
          </a:ln>
        </p:spPr>
        <p:txBody>
          <a:bodyPr anchor="ctr"/>
          <a:lstStyle>
            <a:lvl1pPr algn="ctr">
              <a:defRPr>
                <a:solidFill>
                  <a:schemeClr val="tx1"/>
                </a:solidFill>
              </a:defRPr>
            </a:lvl1pPr>
          </a:lstStyle>
          <a:p>
            <a:r>
              <a:rPr lang="en-US"/>
              <a:t>Icon</a:t>
            </a:r>
          </a:p>
        </p:txBody>
      </p:sp>
      <p:sp>
        <p:nvSpPr>
          <p:cNvPr id="13" name="Picture Placeholder 9">
            <a:extLst>
              <a:ext uri="{FF2B5EF4-FFF2-40B4-BE49-F238E27FC236}">
                <a16:creationId xmlns:a16="http://schemas.microsoft.com/office/drawing/2014/main" id="{A5A79627-D088-B1B1-9F23-A62FAFD9CC75}"/>
              </a:ext>
            </a:extLst>
          </p:cNvPr>
          <p:cNvSpPr>
            <a:spLocks noGrp="1"/>
          </p:cNvSpPr>
          <p:nvPr>
            <p:ph type="pic" sz="quarter" idx="30" hasCustomPrompt="1"/>
          </p:nvPr>
        </p:nvSpPr>
        <p:spPr>
          <a:xfrm>
            <a:off x="8117522" y="3146426"/>
            <a:ext cx="694944" cy="692150"/>
          </a:xfrm>
          <a:noFill/>
          <a:ln>
            <a:noFill/>
          </a:ln>
        </p:spPr>
        <p:txBody>
          <a:bodyPr anchor="ctr"/>
          <a:lstStyle>
            <a:lvl1pPr algn="ctr">
              <a:defRPr>
                <a:solidFill>
                  <a:schemeClr val="tx1"/>
                </a:solidFill>
              </a:defRPr>
            </a:lvl1pPr>
          </a:lstStyle>
          <a:p>
            <a:r>
              <a:rPr lang="en-US"/>
              <a:t>Icon</a:t>
            </a:r>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A93EB283-34D5-EEA2-8ED6-3A751877E61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6F3F2673-21ED-7F6B-10C0-910AB986E7A3}"/>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Tree>
    <p:extLst>
      <p:ext uri="{BB962C8B-B14F-4D97-AF65-F5344CB8AC3E}">
        <p14:creationId xmlns:p14="http://schemas.microsoft.com/office/powerpoint/2010/main" val="14094563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39" name="Picture Placeholder 9">
            <a:extLst>
              <a:ext uri="{FF2B5EF4-FFF2-40B4-BE49-F238E27FC236}">
                <a16:creationId xmlns:a16="http://schemas.microsoft.com/office/drawing/2014/main" id="{DEE24B91-16DE-DAB3-3069-2978764EB319}"/>
              </a:ext>
            </a:extLst>
          </p:cNvPr>
          <p:cNvSpPr>
            <a:spLocks noGrp="1"/>
          </p:cNvSpPr>
          <p:nvPr>
            <p:ph type="pic" sz="quarter" idx="37" hasCustomPrompt="1"/>
          </p:nvPr>
        </p:nvSpPr>
        <p:spPr>
          <a:xfrm>
            <a:off x="546100"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0" name="Picture Placeholder 9">
            <a:extLst>
              <a:ext uri="{FF2B5EF4-FFF2-40B4-BE49-F238E27FC236}">
                <a16:creationId xmlns:a16="http://schemas.microsoft.com/office/drawing/2014/main" id="{F003E950-C9D0-0278-0715-C906BEF230C3}"/>
              </a:ext>
            </a:extLst>
          </p:cNvPr>
          <p:cNvSpPr>
            <a:spLocks noGrp="1"/>
          </p:cNvSpPr>
          <p:nvPr>
            <p:ph type="pic" sz="quarter" idx="38" hasCustomPrompt="1"/>
          </p:nvPr>
        </p:nvSpPr>
        <p:spPr>
          <a:xfrm>
            <a:off x="4335779"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1" name="Picture Placeholder 9">
            <a:extLst>
              <a:ext uri="{FF2B5EF4-FFF2-40B4-BE49-F238E27FC236}">
                <a16:creationId xmlns:a16="http://schemas.microsoft.com/office/drawing/2014/main" id="{773CBB8A-601B-B68F-970A-8D6534F2D520}"/>
              </a:ext>
            </a:extLst>
          </p:cNvPr>
          <p:cNvSpPr>
            <a:spLocks noGrp="1"/>
          </p:cNvSpPr>
          <p:nvPr>
            <p:ph type="pic" sz="quarter" idx="39" hasCustomPrompt="1"/>
          </p:nvPr>
        </p:nvSpPr>
        <p:spPr>
          <a:xfrm>
            <a:off x="8131809" y="2006963"/>
            <a:ext cx="731520" cy="707662"/>
          </a:xfrm>
          <a:noFill/>
          <a:ln>
            <a:noFill/>
          </a:ln>
        </p:spPr>
        <p:txBody>
          <a:bodyPr tIns="411480" anchor="ctr">
            <a:normAutofit/>
          </a:bodyPr>
          <a:lstStyle>
            <a:lvl1pPr algn="ctr">
              <a:defRPr sz="1100">
                <a:solidFill>
                  <a:schemeClr val="tx1"/>
                </a:solidFill>
              </a:defRPr>
            </a:lvl1pPr>
          </a:lstStyle>
          <a:p>
            <a:r>
              <a:rPr lang="en-US"/>
              <a:t>Icon</a:t>
            </a:r>
          </a:p>
        </p:txBody>
      </p:sp>
      <p:sp>
        <p:nvSpPr>
          <p:cNvPr id="42" name="Picture Placeholder 9">
            <a:extLst>
              <a:ext uri="{FF2B5EF4-FFF2-40B4-BE49-F238E27FC236}">
                <a16:creationId xmlns:a16="http://schemas.microsoft.com/office/drawing/2014/main" id="{CDAB1DAD-1044-2753-ED1B-2F53ADC1F076}"/>
              </a:ext>
            </a:extLst>
          </p:cNvPr>
          <p:cNvSpPr>
            <a:spLocks noGrp="1"/>
          </p:cNvSpPr>
          <p:nvPr>
            <p:ph type="pic" sz="quarter" idx="40" hasCustomPrompt="1"/>
          </p:nvPr>
        </p:nvSpPr>
        <p:spPr>
          <a:xfrm>
            <a:off x="546100"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3" name="Picture Placeholder 9">
            <a:extLst>
              <a:ext uri="{FF2B5EF4-FFF2-40B4-BE49-F238E27FC236}">
                <a16:creationId xmlns:a16="http://schemas.microsoft.com/office/drawing/2014/main" id="{8E533476-771C-C1A8-684B-5F369B8AD702}"/>
              </a:ext>
            </a:extLst>
          </p:cNvPr>
          <p:cNvSpPr>
            <a:spLocks noGrp="1"/>
          </p:cNvSpPr>
          <p:nvPr>
            <p:ph type="pic" sz="quarter" idx="41" hasCustomPrompt="1"/>
          </p:nvPr>
        </p:nvSpPr>
        <p:spPr>
          <a:xfrm>
            <a:off x="4335779"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4" name="Picture Placeholder 9">
            <a:extLst>
              <a:ext uri="{FF2B5EF4-FFF2-40B4-BE49-F238E27FC236}">
                <a16:creationId xmlns:a16="http://schemas.microsoft.com/office/drawing/2014/main" id="{8229F8E0-54EB-CC61-EDE5-D49015E07E9D}"/>
              </a:ext>
            </a:extLst>
          </p:cNvPr>
          <p:cNvSpPr>
            <a:spLocks noGrp="1"/>
          </p:cNvSpPr>
          <p:nvPr>
            <p:ph type="pic" sz="quarter" idx="42" hasCustomPrompt="1"/>
          </p:nvPr>
        </p:nvSpPr>
        <p:spPr>
          <a:xfrm>
            <a:off x="8131809" y="4124325"/>
            <a:ext cx="731520" cy="730250"/>
          </a:xfrm>
          <a:noFill/>
          <a:ln>
            <a:noFill/>
          </a:ln>
        </p:spPr>
        <p:txBody>
          <a:bodyPr tIns="411480" anchor="ctr">
            <a:normAutofit/>
          </a:bodyPr>
          <a:lstStyle>
            <a:lvl1pPr algn="ctr">
              <a:defRPr sz="1100">
                <a:solidFill>
                  <a:schemeClr val="tx1"/>
                </a:solidFill>
              </a:defRPr>
            </a:lvl1pPr>
          </a:lstStyle>
          <a:p>
            <a:r>
              <a:rPr lang="en-US"/>
              <a:t>Icon</a:t>
            </a:r>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9770A17F-69E1-3883-06E4-BFC90C57128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5003800"/>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5003800"/>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5003800"/>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Tree>
    <p:extLst>
      <p:ext uri="{BB962C8B-B14F-4D97-AF65-F5344CB8AC3E}">
        <p14:creationId xmlns:p14="http://schemas.microsoft.com/office/powerpoint/2010/main" val="282083782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015490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5215706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9252" cy="43497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334925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1975696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a:lvl1p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0523749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Freeform 5">
            <a:extLst>
              <a:ext uri="{FF2B5EF4-FFF2-40B4-BE49-F238E27FC236}">
                <a16:creationId xmlns:a16="http://schemas.microsoft.com/office/drawing/2014/main" id="{5C2DD425-99D8-608C-64B9-B0C461E35CD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092352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p>
            <a:r>
              <a:rPr lang="en-US"/>
              <a:t>Click to edit Master title style</a:t>
            </a:r>
          </a:p>
        </p:txBody>
      </p:sp>
      <p:sp>
        <p:nvSpPr>
          <p:cNvPr id="5" name="Freeform 5">
            <a:extLst>
              <a:ext uri="{FF2B5EF4-FFF2-40B4-BE49-F238E27FC236}">
                <a16:creationId xmlns:a16="http://schemas.microsoft.com/office/drawing/2014/main" id="{39611C4F-B45F-3A80-F10C-1FE235F3B7E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rm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647671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9717D698-1CD5-3DBB-E6F0-6A666FC002C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rm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444911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p>
            <a:r>
              <a:rPr lang="en-US"/>
              <a:t>Click to edit Master title style</a:t>
            </a:r>
          </a:p>
        </p:txBody>
      </p:sp>
      <p:sp>
        <p:nvSpPr>
          <p:cNvPr id="6" name="Freeform 5">
            <a:extLst>
              <a:ext uri="{FF2B5EF4-FFF2-40B4-BE49-F238E27FC236}">
                <a16:creationId xmlns:a16="http://schemas.microsoft.com/office/drawing/2014/main" id="{60E20A95-EEA0-4571-C3C8-4DFEEFF1517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7134838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p>
            <a:r>
              <a:rPr lang="en-US"/>
              <a:t>Click to edit Master title style</a:t>
            </a:r>
          </a:p>
        </p:txBody>
      </p:sp>
      <p:sp>
        <p:nvSpPr>
          <p:cNvPr id="7" name="Freeform 5">
            <a:extLst>
              <a:ext uri="{FF2B5EF4-FFF2-40B4-BE49-F238E27FC236}">
                <a16:creationId xmlns:a16="http://schemas.microsoft.com/office/drawing/2014/main" id="{71A8BD57-464A-7786-334E-596380BA068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5284615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p>
            <a:r>
              <a:rPr lang="en-US"/>
              <a:t>Click to edit Master title style</a:t>
            </a:r>
          </a:p>
        </p:txBody>
      </p:sp>
      <p:sp>
        <p:nvSpPr>
          <p:cNvPr id="2" name="Freeform 5">
            <a:extLst>
              <a:ext uri="{FF2B5EF4-FFF2-40B4-BE49-F238E27FC236}">
                <a16:creationId xmlns:a16="http://schemas.microsoft.com/office/drawing/2014/main" id="{A43186F8-0EA6-5198-1B39-E155A2FB6C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rm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76494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421699" cy="434976"/>
          </a:xfrm>
        </p:spPr>
        <p:txBody>
          <a:bodyPr rIns="274320"/>
          <a:lstStyle>
            <a:lvl1pPr>
              <a:defRPr>
                <a:solidFill>
                  <a:schemeClr val="bg1"/>
                </a:solidFill>
              </a:defRPr>
            </a:lvl1pPr>
          </a:lstStyle>
          <a:p>
            <a:r>
              <a:rPr lang="en-US"/>
              <a:t>Click to edit Master title style</a:t>
            </a:r>
          </a:p>
        </p:txBody>
      </p:sp>
      <p:sp>
        <p:nvSpPr>
          <p:cNvPr id="15" name="Text Placeholder 10">
            <a:extLst>
              <a:ext uri="{FF2B5EF4-FFF2-40B4-BE49-F238E27FC236}">
                <a16:creationId xmlns:a16="http://schemas.microsoft.com/office/drawing/2014/main" id="{C04BF789-84A7-0CA2-9DF8-1B3053E5048C}"/>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01782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518129" cy="434975"/>
          </a:xfrm>
        </p:spPr>
        <p:txBody>
          <a:bodyPr rIns="274320"/>
          <a:lstStyle>
            <a:lvl1pPr>
              <a:defRPr>
                <a:solidFill>
                  <a:schemeClr val="bg1"/>
                </a:solidFill>
              </a:defRPr>
            </a:lvl1pPr>
          </a:lstStyle>
          <a:p>
            <a:r>
              <a:rPr lang="en-US"/>
              <a:t>Click to edit Master title style</a:t>
            </a:r>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6" name="Text Placeholder 10">
            <a:extLst>
              <a:ext uri="{FF2B5EF4-FFF2-40B4-BE49-F238E27FC236}">
                <a16:creationId xmlns:a16="http://schemas.microsoft.com/office/drawing/2014/main" id="{13CB873E-451B-AD74-97A9-A588E4BAB870}"/>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0486733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07317902"/>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33717000"/>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75608707"/>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1800438458"/>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36412824"/>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269875"/>
            <a:ext cx="11089323" cy="5597525"/>
          </a:xfrm>
          <a:prstGeom prst="rect">
            <a:avLst/>
          </a:prstGeom>
          <a:noFill/>
        </p:spPr>
        <p:txBody>
          <a:bodyPr wrap="square" lIns="0" tIns="0" rIns="0" bIns="0" numCol="2">
            <a:noAutofit/>
          </a:bodyPr>
          <a:lstStyle/>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2024 Moody’s Corporation, Moody’s Investors Service, Inc., Moody’s Analytics, Inc. and/or their licensors and affiliates (collectively, “MOODY’S”). All rights reserved.</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142240">
              <a:spcBef>
                <a:spcPts val="0"/>
              </a:spcBef>
              <a:spcAft>
                <a:spcPts val="0"/>
              </a:spcAft>
            </a:pPr>
            <a:r>
              <a:rPr lang="en-US" sz="700" u="none" strike="noStrike">
                <a:solidFill>
                  <a:schemeClr val="tx1"/>
                </a:solidFill>
                <a:effectLst/>
                <a:latin typeface="+mn-lt"/>
                <a:ea typeface="GT America Regular" pitchFamily="2" charset="77"/>
                <a:cs typeface="GT America Regular" pitchFamily="2" charset="77"/>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US" sz="700" u="sng">
              <a:solidFill>
                <a:schemeClr val="tx1"/>
              </a:solidFill>
              <a:effectLst/>
              <a:latin typeface="+mn-lt"/>
              <a:ea typeface="GT America Regular" pitchFamily="2" charset="77"/>
              <a:cs typeface="GT America Regular" pitchFamily="2" charset="77"/>
            </a:endParaRP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MOODY’S CREDIT RATINGS</a:t>
            </a:r>
            <a:r>
              <a:rPr lang="en-US" sz="700" b="1">
                <a:solidFill>
                  <a:schemeClr val="tx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MOODY’S CREDIT RATINGS</a:t>
            </a:r>
            <a:r>
              <a:rPr lang="en-US" sz="700" b="1">
                <a:solidFill>
                  <a:schemeClr val="tx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ASSESSMENTS, OTHER OPINIONS AND MATERIALS ARE NOT INTENDED FOR USE BY ANY PERSON AS A BENCHMARK AS THAT TERM IS DEFINED FOR REGULATORY PURPOSES AND MUST NOT BE USED IN ANY WAY THAT COULD RESULT IN THEM BEING CONSIDERED A BENCHMARK.</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NO WARRANTY, EXPRESS OR IMPLIED, AS TO THE ACCURACY, TIMELINESS, COMPLETENESS, MERCHANTABILITY OR FITNESS FOR ANY PARTICULAR PURPOSE OF ANY CREDIT RATING, ASSESSMENT, OTHER OPINION OR INFORMATION IS GIVEN OR MADE BY MOODY’S IN ANY FORM OR MANNER WHATSOEVER.</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to Moody’s Investors Service, Inc. for credit ratings opinions and services rendered by it. MCO and Moody’s Investors Service also maintain policies and procedures to address the independence of Moody’s Investors Service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00" u="sng">
                <a:solidFill>
                  <a:schemeClr val="accent1"/>
                </a:solidFill>
                <a:effectLst/>
                <a:latin typeface="+mn-lt"/>
                <a:ea typeface="GT America Regular" pitchFamily="2" charset="77"/>
                <a:cs typeface="GT America Regular" pitchFamily="2" charset="77"/>
                <a:hlinkClick r:id="rId2">
                  <a:extLst>
                    <a:ext uri="{A12FA001-AC4F-418D-AE19-62706E023703}">
                      <ahyp:hlinkClr xmlns:ahyp="http://schemas.microsoft.com/office/drawing/2018/hyperlinkcolor" val="tx"/>
                    </a:ext>
                  </a:extLst>
                </a:hlinkClick>
              </a:rPr>
              <a:t>www.moodys.com</a:t>
            </a:r>
            <a:r>
              <a:rPr lang="en-US" sz="700">
                <a:solidFill>
                  <a:schemeClr val="accent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under the heading “Investor Relations — Corporate Governance — Charter Documents - Director and Shareholder Affiliation Policy.”  </a:t>
            </a:r>
          </a:p>
          <a:p>
            <a:pPr marL="114300" marR="0" indent="0">
              <a:spcBef>
                <a:spcPts val="0"/>
              </a:spcBef>
              <a:spcAft>
                <a:spcPts val="0"/>
              </a:spcAft>
              <a:tabLst/>
            </a:pPr>
            <a:r>
              <a:rPr lang="en-US" sz="700" b="1" i="1">
                <a:solidFill>
                  <a:schemeClr val="tx1"/>
                </a:solidFill>
                <a:effectLst/>
                <a:latin typeface="+mn-lt"/>
                <a:ea typeface="GT America Regular" pitchFamily="2" charset="77"/>
                <a:cs typeface="GT America Regular" pitchFamily="2" charset="77"/>
              </a:rPr>
              <a:t> </a:t>
            </a:r>
            <a:endParaRPr lang="en-US" sz="700">
              <a:solidFill>
                <a:schemeClr val="tx1"/>
              </a:solidFill>
              <a:effectLst/>
              <a:latin typeface="+mn-lt"/>
              <a:ea typeface="GT America Regular" pitchFamily="2" charset="77"/>
              <a:cs typeface="GT America Regular" pitchFamily="2" charset="77"/>
            </a:endParaRPr>
          </a:p>
          <a:p>
            <a:pPr marL="114300" marR="0" indent="0">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Moody's SF Japan K.K., Moody's Local AR </a:t>
            </a:r>
            <a:r>
              <a:rPr lang="en-US" sz="700" err="1">
                <a:solidFill>
                  <a:schemeClr val="tx1"/>
                </a:solidFill>
                <a:effectLst/>
                <a:latin typeface="+mn-lt"/>
                <a:ea typeface="GT America Regular" pitchFamily="2" charset="77"/>
                <a:cs typeface="GT America Regular" pitchFamily="2" charset="77"/>
              </a:rPr>
              <a:t>Agente</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Calificación</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Moody’s Local BR </a:t>
            </a:r>
            <a:r>
              <a:rPr lang="en-US" sz="700" err="1">
                <a:solidFill>
                  <a:schemeClr val="tx1"/>
                </a:solidFill>
                <a:effectLst/>
                <a:latin typeface="+mn-lt"/>
                <a:ea typeface="GT America Regular" pitchFamily="2" charset="77"/>
                <a:cs typeface="GT America Regular" pitchFamily="2" charset="77"/>
              </a:rPr>
              <a:t>Agência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Classificação</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Risco</a:t>
            </a:r>
            <a:r>
              <a:rPr lang="en-US" sz="700">
                <a:solidFill>
                  <a:schemeClr val="tx1"/>
                </a:solidFill>
                <a:effectLst/>
                <a:latin typeface="+mn-lt"/>
                <a:ea typeface="GT America Regular" pitchFamily="2" charset="77"/>
                <a:cs typeface="GT America Regular" pitchFamily="2" charset="77"/>
              </a:rPr>
              <a:t> LTDA, Moody’s Local MX S.A. de C.V, I.C.V., Moody's Local PE </a:t>
            </a:r>
            <a:r>
              <a:rPr lang="en-US" sz="700" err="1">
                <a:solidFill>
                  <a:schemeClr val="tx1"/>
                </a:solidFill>
                <a:effectLst/>
                <a:latin typeface="+mn-lt"/>
                <a:ea typeface="GT America Regular" pitchFamily="2" charset="77"/>
                <a:cs typeface="GT America Regular" pitchFamily="2" charset="77"/>
              </a:rPr>
              <a:t>Clasificadora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and Moody's Local PA </a:t>
            </a:r>
            <a:r>
              <a:rPr lang="en-US" sz="700" err="1">
                <a:solidFill>
                  <a:schemeClr val="tx1"/>
                </a:solidFill>
                <a:effectLst/>
                <a:latin typeface="+mn-lt"/>
                <a:ea typeface="GT America Regular" pitchFamily="2" charset="77"/>
                <a:cs typeface="GT America Regular" pitchFamily="2" charset="77"/>
              </a:rPr>
              <a:t>Calificadora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(collectively, the “Moody’s Non-NRSRO CRAs”) are all indirectly wholly-owned credit rating agency subsidiaries of MCO. None of the Moody’s Non-NRSRO CRAs is a Nationally Recognized Statistical Rating Organization.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with respect to Second Party Opinions (as defined in Moody’s Investors Service Rating Symbols and Definitions): Please note that a Second Party Opinion (“SPO”) is not a “credit rating”. The issuance of SPOs is not a regulated activity in many jurisdictions, including Singapore. JAPAN: In Japan, development and provision of SPOs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p:txBody>
      </p:sp>
      <p:sp>
        <p:nvSpPr>
          <p:cNvPr id="2" name="Freeform 5">
            <a:extLst>
              <a:ext uri="{FF2B5EF4-FFF2-40B4-BE49-F238E27FC236}">
                <a16:creationId xmlns:a16="http://schemas.microsoft.com/office/drawing/2014/main" id="{EAE22505-FA70-8D9E-D41B-D2C783AC430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581194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34937418"/>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121515962"/>
      </p:ext>
    </p:extLst>
  </p:cSld>
  <p:clrMapOvr>
    <a:overrideClrMapping bg1="dk1" tx1="lt1" bg2="dk2" tx2="lt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521656424"/>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68904764"/>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27142985"/>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772085664"/>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087437944"/>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337532850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377339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8964144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0762576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576392900"/>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855991600"/>
      </p:ext>
    </p:extLst>
  </p:cSld>
  <p:clrMapOvr>
    <a:overrideClrMapping bg1="dk1" tx1="lt1" bg2="dk2" tx2="lt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323138023"/>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781928565"/>
      </p:ext>
    </p:extLst>
  </p:cSld>
  <p:clrMapOvr>
    <a:overrideClrMapping bg1="dk1" tx1="lt1" bg2="dk2" tx2="lt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4151388115"/>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659876611"/>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a:t>
            </a:r>
          </a:p>
          <a:p>
            <a:pPr lvl="1"/>
            <a:r>
              <a:rPr lang="en-US"/>
              <a:t>Second level</a:t>
            </a:r>
          </a:p>
        </p:txBody>
      </p:sp>
    </p:spTree>
    <p:extLst>
      <p:ext uri="{BB962C8B-B14F-4D97-AF65-F5344CB8AC3E}">
        <p14:creationId xmlns:p14="http://schemas.microsoft.com/office/powerpoint/2010/main" val="935224783"/>
      </p:ext>
    </p:extLst>
  </p:cSld>
  <p:clrMapOvr>
    <a:overrideClrMapping bg1="dk1" tx1="lt1" bg2="dk2" tx2="lt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a:t>
            </a:r>
          </a:p>
          <a:p>
            <a:pPr lvl="1"/>
            <a:r>
              <a:rPr lang="en-US"/>
              <a:t>Second level</a:t>
            </a:r>
          </a:p>
        </p:txBody>
      </p:sp>
    </p:spTree>
    <p:extLst>
      <p:ext uri="{BB962C8B-B14F-4D97-AF65-F5344CB8AC3E}">
        <p14:creationId xmlns:p14="http://schemas.microsoft.com/office/powerpoint/2010/main" val="3687110985"/>
      </p:ext>
    </p:extLst>
  </p:cSld>
  <p:clrMapOvr>
    <a:overrideClrMapping bg1="dk1" tx1="lt1" bg2="dk2" tx2="lt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835814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3801464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2033284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6345054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a:t>
            </a:r>
          </a:p>
        </p:txBody>
      </p:sp>
      <p:sp>
        <p:nvSpPr>
          <p:cNvPr id="2" name="Freeform 5">
            <a:extLst>
              <a:ext uri="{FF2B5EF4-FFF2-40B4-BE49-F238E27FC236}">
                <a16:creationId xmlns:a16="http://schemas.microsoft.com/office/drawing/2014/main" id="{37A12BAC-7CE9-5878-7C76-A1E57C36C87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5846211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3253497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4280497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9041876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4815951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1270637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0608223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6302123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21310627"/>
      </p:ext>
    </p:extLst>
  </p:cSld>
  <p:clrMapOvr>
    <a:overrideClrMapping bg1="dk1" tx1="lt1" bg2="dk2" tx2="lt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696347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0424378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988085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6916901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4515579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76541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r>
              <a:rPr lang="en-US"/>
              <a:t>Exceedance 2025</a:t>
            </a:r>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5696848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789530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1088789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6845531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0608640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2284636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Exceedance 2025</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0512566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Exceedance 2025</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262322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Exceedance 2025</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5149793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Exceedance 2025</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2693987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Exceedance 2025</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9941747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Exceedance 2025</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8450548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1254599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4673905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4223478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2" name="Freeform 5">
            <a:extLst>
              <a:ext uri="{FF2B5EF4-FFF2-40B4-BE49-F238E27FC236}">
                <a16:creationId xmlns:a16="http://schemas.microsoft.com/office/drawing/2014/main" id="{CFEF52EF-E8C0-B287-4EE6-AFF11A6B737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4368128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reeform 5">
            <a:extLst>
              <a:ext uri="{FF2B5EF4-FFF2-40B4-BE49-F238E27FC236}">
                <a16:creationId xmlns:a16="http://schemas.microsoft.com/office/drawing/2014/main" id="{8220394B-3676-A47D-2298-A38B48BED14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3709932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0209183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6690723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Tree>
    <p:extLst>
      <p:ext uri="{BB962C8B-B14F-4D97-AF65-F5344CB8AC3E}">
        <p14:creationId xmlns:p14="http://schemas.microsoft.com/office/powerpoint/2010/main" val="485273503"/>
      </p:ext>
    </p:extLst>
  </p:cSld>
  <p:clrMapOvr>
    <a:overrideClrMapping bg1="dk1" tx1="lt1" bg2="dk2" tx2="lt2" accent1="accent1" accent2="accent2" accent3="accent3" accent4="accent4" accent5="accent5" accent6="accent6" hlink="hlink" folHlink="folHlink"/>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174109077"/>
      </p:ext>
    </p:extLst>
  </p:cSld>
  <p:clrMapOvr>
    <a:overrideClrMapping bg1="dk1" tx1="lt1" bg2="dk2" tx2="lt2" accent1="accent1" accent2="accent2" accent3="accent3" accent4="accent4" accent5="accent5" accent6="accent6" hlink="hlink" folHlink="folHlink"/>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
        <p:nvSpPr>
          <p:cNvPr id="2" name="Freeform 5">
            <a:extLst>
              <a:ext uri="{FF2B5EF4-FFF2-40B4-BE49-F238E27FC236}">
                <a16:creationId xmlns:a16="http://schemas.microsoft.com/office/drawing/2014/main" id="{7F77997E-75DB-B44B-A05C-1FA79445773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89757966"/>
      </p:ext>
    </p:extLst>
  </p:cSld>
  <p:clrMapOvr>
    <a:overrideClrMapping bg1="dk1" tx1="lt1" bg2="dk2" tx2="lt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820834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784256799"/>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69492098"/>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r>
              <a:rPr lang="en-US"/>
              <a:t>Exceedance 2025</a:t>
            </a:r>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89678540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 Column - 2 lines Title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Exceedance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hasCustomPrompt="1"/>
          </p:nvPr>
        </p:nvSpPr>
        <p:spPr>
          <a:xfrm>
            <a:off x="546100" y="552450"/>
            <a:ext cx="11091861" cy="928909"/>
          </a:xfrm>
        </p:spPr>
        <p:txBody>
          <a:bodyPr>
            <a:spAutoFit/>
          </a:bodyPr>
          <a:lstStyle/>
          <a:p>
            <a:r>
              <a:rPr lang="en-US"/>
              <a:t>2 line title</a:t>
            </a:r>
            <a:br>
              <a:rPr lang="en-US"/>
            </a:br>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16D968B0-C3F6-E6DA-D6B9-30DDABFEC5AE}"/>
              </a:ext>
            </a:extLst>
          </p:cNvPr>
          <p:cNvSpPr>
            <a:spLocks noGrp="1"/>
          </p:cNvSpPr>
          <p:nvPr>
            <p:ph type="body" sz="quarter" idx="19" hasCustomPrompt="1"/>
          </p:nvPr>
        </p:nvSpPr>
        <p:spPr>
          <a:xfrm>
            <a:off x="546100" y="6019800"/>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DCA392B0-4552-D763-C268-BDEFD5644B54}"/>
              </a:ext>
            </a:extLst>
          </p:cNvPr>
          <p:cNvSpPr>
            <a:spLocks noGrp="1"/>
          </p:cNvSpPr>
          <p:nvPr>
            <p:ph type="body" sz="quarter" idx="23"/>
          </p:nvPr>
        </p:nvSpPr>
        <p:spPr>
          <a:xfrm>
            <a:off x="546100" y="1849438"/>
            <a:ext cx="968375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56794414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_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Summit 2025 Planning Readout | April 24 2025</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p>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46100" y="6019801"/>
            <a:ext cx="685165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82781458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4" name="Title 1">
            <a:extLst>
              <a:ext uri="{FF2B5EF4-FFF2-40B4-BE49-F238E27FC236}">
                <a16:creationId xmlns:a16="http://schemas.microsoft.com/office/drawing/2014/main" id="{BAD016B8-C586-69F3-AA85-150F088FB949}"/>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075950315"/>
      </p:ext>
    </p:extLst>
  </p:cSld>
  <p:clrMapOvr>
    <a:overrideClrMapping bg1="dk1" tx1="lt1" bg2="dk2" tx2="lt2" accent1="accent1" accent2="accent2" accent3="accent3" accent4="accent4" accent5="accent5" accent6="accent6" hlink="hlink" folHlink="folHlink"/>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27134550"/>
      </p:ext>
    </p:extLst>
  </p:cSld>
  <p:clrMapOvr>
    <a:overrideClrMapping bg1="dk1" tx1="lt1" bg2="dk2" tx2="lt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996765963"/>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ver 4">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icon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960210023"/>
      </p:ext>
    </p:extLst>
  </p:cSld>
  <p:clrMapOvr>
    <a:overrideClrMapping bg1="dk1" tx1="lt1" bg2="dk2" tx2="lt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ver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32064"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62032" y="1"/>
            <a:ext cx="2029968"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789519792"/>
      </p:ext>
    </p:extLst>
  </p:cSld>
  <p:clrMapOvr>
    <a:overrideClrMapping bg1="dk1" tx1="lt1" bg2="dk2" tx2="lt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563240485"/>
      </p:ext>
    </p:extLst>
  </p:cSld>
  <p:clrMapOvr>
    <a:overrideClrMapping bg1="dk1" tx1="lt1" bg2="dk2" tx2="lt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5" name="Title 7">
            <a:extLst>
              <a:ext uri="{FF2B5EF4-FFF2-40B4-BE49-F238E27FC236}">
                <a16:creationId xmlns:a16="http://schemas.microsoft.com/office/drawing/2014/main" id="{1E0876E1-43E0-3BE2-B1A7-185BAE504DDC}"/>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355446375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2B9C1F82-4757-EAB6-D84D-1A81016E8E3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Tree>
    <p:extLst>
      <p:ext uri="{BB962C8B-B14F-4D97-AF65-F5344CB8AC3E}">
        <p14:creationId xmlns:p14="http://schemas.microsoft.com/office/powerpoint/2010/main" val="98835988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49"/>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Freeform 5">
            <a:extLst>
              <a:ext uri="{FF2B5EF4-FFF2-40B4-BE49-F238E27FC236}">
                <a16:creationId xmlns:a16="http://schemas.microsoft.com/office/drawing/2014/main" id="{9CD8C04C-1D78-487C-A015-9D171A47054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B4732473-93CA-F351-5FEB-9C6AF9C6C33C}"/>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
        <p:nvSpPr>
          <p:cNvPr id="7" name="Content Placeholder 14">
            <a:extLst>
              <a:ext uri="{FF2B5EF4-FFF2-40B4-BE49-F238E27FC236}">
                <a16:creationId xmlns:a16="http://schemas.microsoft.com/office/drawing/2014/main" id="{80DD1192-9B51-EBD0-4024-04EE9A86DF61}"/>
              </a:ext>
            </a:extLst>
          </p:cNvPr>
          <p:cNvSpPr>
            <a:spLocks noGrp="1"/>
          </p:cNvSpPr>
          <p:nvPr>
            <p:ph sz="quarter" idx="18"/>
          </p:nvPr>
        </p:nvSpPr>
        <p:spPr>
          <a:xfrm>
            <a:off x="4781551" y="1125147"/>
            <a:ext cx="3434663"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664305F8-C8CA-BADA-6FA4-466156EAA0B3}"/>
              </a:ext>
            </a:extLst>
          </p:cNvPr>
          <p:cNvSpPr>
            <a:spLocks noGrp="1"/>
          </p:cNvSpPr>
          <p:nvPr>
            <p:ph sz="quarter" idx="19"/>
          </p:nvPr>
        </p:nvSpPr>
        <p:spPr>
          <a:xfrm>
            <a:off x="8423565" y="1125147"/>
            <a:ext cx="3214397"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325003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7344CFAE-032D-99A9-D46C-51146D352F19}"/>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9600">
                <a:solidFill>
                  <a:schemeClr val="bg1"/>
                </a:solidFill>
              </a:defRPr>
            </a:lvl1pPr>
          </a:lstStyle>
          <a:p>
            <a:r>
              <a:rPr lang="en-US"/>
              <a:t>Edit title</a:t>
            </a:r>
          </a:p>
        </p:txBody>
      </p:sp>
      <p:sp>
        <p:nvSpPr>
          <p:cNvPr id="7" name="Content Placeholder 14">
            <a:extLst>
              <a:ext uri="{FF2B5EF4-FFF2-40B4-BE49-F238E27FC236}">
                <a16:creationId xmlns:a16="http://schemas.microsoft.com/office/drawing/2014/main" id="{16889BB2-0519-077B-8583-157D92A37C73}"/>
              </a:ext>
            </a:extLst>
          </p:cNvPr>
          <p:cNvSpPr>
            <a:spLocks noGrp="1"/>
          </p:cNvSpPr>
          <p:nvPr>
            <p:ph sz="quarter" idx="18"/>
          </p:nvPr>
        </p:nvSpPr>
        <p:spPr>
          <a:xfrm>
            <a:off x="3367089"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07FE9331-AD72-4381-5304-66C89049533A}"/>
              </a:ext>
            </a:extLst>
          </p:cNvPr>
          <p:cNvSpPr>
            <a:spLocks noGrp="1"/>
          </p:cNvSpPr>
          <p:nvPr>
            <p:ph sz="quarter" idx="19"/>
          </p:nvPr>
        </p:nvSpPr>
        <p:spPr>
          <a:xfrm>
            <a:off x="6199189"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4">
            <a:extLst>
              <a:ext uri="{FF2B5EF4-FFF2-40B4-BE49-F238E27FC236}">
                <a16:creationId xmlns:a16="http://schemas.microsoft.com/office/drawing/2014/main" id="{BDF0D2F6-0BC6-0AF2-B502-7BA59311156F}"/>
              </a:ext>
            </a:extLst>
          </p:cNvPr>
          <p:cNvSpPr>
            <a:spLocks noGrp="1"/>
          </p:cNvSpPr>
          <p:nvPr>
            <p:ph sz="quarter" idx="20"/>
          </p:nvPr>
        </p:nvSpPr>
        <p:spPr>
          <a:xfrm>
            <a:off x="9023350" y="1125147"/>
            <a:ext cx="2614612" cy="5040315"/>
          </a:xfrm>
        </p:spPr>
        <p:txBody>
          <a:bodyPr>
            <a:norm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6241037"/>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984451848"/>
      </p:ext>
    </p:extLst>
  </p:cSld>
  <p:clrMapOvr>
    <a:overrideClrMapping bg1="dk1" tx1="lt1" bg2="dk2" tx2="lt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1570413042"/>
      </p:ext>
    </p:extLst>
  </p:cSld>
  <p:clrMapOvr>
    <a:overrideClrMapping bg1="dk1" tx1="lt1" bg2="dk2" tx2="lt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descr="A blue wavy lines on a black background&#10;&#10;Description automatically generated">
            <a:extLst>
              <a:ext uri="{FF2B5EF4-FFF2-40B4-BE49-F238E27FC236}">
                <a16:creationId xmlns:a16="http://schemas.microsoft.com/office/drawing/2014/main" id="{08337103-59B6-6AE9-80A5-90CFAC0400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4119432462"/>
      </p:ext>
    </p:extLst>
  </p:cSld>
  <p:clrMapOvr>
    <a:overrideClrMapping bg1="dk1" tx1="lt1" bg2="dk2" tx2="lt2" accent1="accent1" accent2="accent2" accent3="accent3" accent4="accent4" accent5="accent5" accent6="accent6" hlink="hlink" folHlink="folHlink"/>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descr="A blue wavy lines on a black background&#10;&#10;Description automatically generated">
            <a:extLst>
              <a:ext uri="{FF2B5EF4-FFF2-40B4-BE49-F238E27FC236}">
                <a16:creationId xmlns:a16="http://schemas.microsoft.com/office/drawing/2014/main" id="{836C1EA9-D1CD-4494-05CB-C8B04EE42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793043839"/>
      </p:ext>
    </p:extLst>
  </p:cSld>
  <p:clrMapOvr>
    <a:overrideClrMapping bg1="dk1" tx1="lt1" bg2="dk2" tx2="lt2" accent1="accent1" accent2="accent2" accent3="accent3" accent4="accent4" accent5="accent5" accent6="accent6" hlink="hlink" folHlink="folHlink"/>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a:solidFill>
                  <a:schemeClr val="tx1"/>
                </a:solidFill>
              </a:defRPr>
            </a:lvl1pPr>
          </a:lstStyle>
          <a:p>
            <a:r>
              <a:rPr lang="en-US"/>
              <a:t>Use this divider only if your headline is short</a:t>
            </a:r>
          </a:p>
        </p:txBody>
      </p:sp>
    </p:spTree>
    <p:extLst>
      <p:ext uri="{BB962C8B-B14F-4D97-AF65-F5344CB8AC3E}">
        <p14:creationId xmlns:p14="http://schemas.microsoft.com/office/powerpoint/2010/main" val="1958009971"/>
      </p:ext>
    </p:extLst>
  </p:cSld>
  <p:clrMapOvr>
    <a:overrideClrMapping bg1="dk1" tx1="lt1" bg2="dk2" tx2="lt2" accent1="accent1" accent2="accent2" accent3="accent3" accent4="accent4" accent5="accent5" accent6="accent6" hlink="hlink" folHlink="folHlink"/>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1987210924"/>
      </p:ext>
    </p:extLst>
  </p:cSld>
  <p:clrMapOvr>
    <a:overrideClrMapping bg1="dk1" tx1="lt1" bg2="dk2" tx2="lt2" accent1="accent1" accent2="accent2" accent3="accent3" accent4="accent4" accent5="accent5" accent6="accent6" hlink="hlink" folHlink="folHlink"/>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descr="A blue wavy lines on a black background&#10;&#10;Description automatically generated">
            <a:extLst>
              <a:ext uri="{FF2B5EF4-FFF2-40B4-BE49-F238E27FC236}">
                <a16:creationId xmlns:a16="http://schemas.microsoft.com/office/drawing/2014/main" id="{ABB7ED4C-416B-722A-BF88-042E3CA9DC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6350" y="-1"/>
            <a:ext cx="12179302" cy="6858000"/>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ext Placeholder 7">
            <a:extLst>
              <a:ext uri="{FF2B5EF4-FFF2-40B4-BE49-F238E27FC236}">
                <a16:creationId xmlns:a16="http://schemas.microsoft.com/office/drawing/2014/main" id="{7708F947-658B-4354-AB87-AEB000F1AA54}"/>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mn-lt"/>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18947811"/>
      </p:ext>
    </p:extLst>
  </p:cSld>
  <p:clrMapOvr>
    <a:overrideClrMapping bg1="dk1" tx1="lt1" bg2="dk2" tx2="lt2" accent1="accent1" accent2="accent2" accent3="accent3" accent4="accent4" accent5="accent5" accent6="accent6" hlink="hlink" folHlink="folHlink"/>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Quote - Employee portrait">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Picture Placeholder 9">
            <a:extLst>
              <a:ext uri="{FF2B5EF4-FFF2-40B4-BE49-F238E27FC236}">
                <a16:creationId xmlns:a16="http://schemas.microsoft.com/office/drawing/2014/main" id="{A9E39174-6051-6D2E-2D81-DADF3A2208E1}"/>
              </a:ext>
            </a:extLst>
          </p:cNvPr>
          <p:cNvSpPr>
            <a:spLocks noGrp="1"/>
          </p:cNvSpPr>
          <p:nvPr>
            <p:ph type="pic" sz="quarter" idx="29" hasCustomPrompt="1"/>
          </p:nvPr>
        </p:nvSpPr>
        <p:spPr>
          <a:xfrm>
            <a:off x="554039" y="2847976"/>
            <a:ext cx="1198562" cy="1276349"/>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7" name="Text Placeholder 3">
            <a:extLst>
              <a:ext uri="{FF2B5EF4-FFF2-40B4-BE49-F238E27FC236}">
                <a16:creationId xmlns:a16="http://schemas.microsoft.com/office/drawing/2014/main" id="{AB040204-E782-1C0F-4B3A-B9C7FF0AEEB7}"/>
              </a:ext>
            </a:extLst>
          </p:cNvPr>
          <p:cNvSpPr>
            <a:spLocks noGrp="1"/>
          </p:cNvSpPr>
          <p:nvPr>
            <p:ph type="body" sz="quarter" idx="42" hasCustomPrompt="1"/>
          </p:nvPr>
        </p:nvSpPr>
        <p:spPr>
          <a:xfrm>
            <a:off x="554038" y="4273550"/>
            <a:ext cx="2611437" cy="1458913"/>
          </a:xfrm>
        </p:spPr>
        <p:txBody>
          <a:bodyPr>
            <a:normAutofit/>
          </a:bodyPr>
          <a:lstStyle>
            <a:lvl1pPr>
              <a:spcAft>
                <a:spcPts val="200"/>
              </a:spcAft>
              <a:defRPr sz="1200" b="1">
                <a:solidFill>
                  <a:schemeClr val="tx1"/>
                </a:solidFill>
                <a:latin typeface="+mn-lt"/>
                <a:ea typeface="GT America Medium" panose="020B0604020202020204" charset="0"/>
                <a:cs typeface="GT America Medium" panose="020B0604020202020204" charset="0"/>
              </a:defRPr>
            </a:lvl1pPr>
            <a:lvl2pPr marL="0" indent="0">
              <a:buNone/>
              <a:defRPr sz="1200">
                <a:solidFill>
                  <a:schemeClr val="tx1"/>
                </a:solidFill>
              </a:defRPr>
            </a:lvl2pPr>
            <a:lvl3pPr marL="0" indent="0">
              <a:buFontTx/>
              <a:buNone/>
              <a:defRPr sz="1200">
                <a:solidFill>
                  <a:schemeClr val="tx1"/>
                </a:solidFill>
              </a:defRPr>
            </a:lvl3pPr>
            <a:lvl4pPr marL="0" indent="0">
              <a:buNone/>
              <a:defRPr sz="1200">
                <a:solidFill>
                  <a:schemeClr val="tx1"/>
                </a:solidFill>
              </a:defRPr>
            </a:lvl4pPr>
            <a:lvl5pPr marL="0" indent="0">
              <a:buNone/>
              <a:defRPr sz="1200">
                <a:solidFill>
                  <a:schemeClr val="tx1"/>
                </a:solidFill>
              </a:defRPr>
            </a:lvl5pPr>
            <a:lvl6pPr marL="0" indent="0">
              <a:buNone/>
              <a:defRPr sz="1200">
                <a:solidFill>
                  <a:schemeClr val="tx1"/>
                </a:solidFill>
              </a:defRPr>
            </a:lvl6pPr>
            <a:lvl7pPr marL="0" indent="0">
              <a:buNone/>
              <a:defRPr>
                <a:solidFill>
                  <a:schemeClr val="tx1"/>
                </a:solidFill>
              </a:defRPr>
            </a:lvl7pPr>
            <a:lvl8pPr marL="0" indent="0">
              <a:buNone/>
              <a:defRPr>
                <a:solidFill>
                  <a:schemeClr val="tx1"/>
                </a:solidFill>
              </a:defRPr>
            </a:lvl8pPr>
            <a:lvl9pPr marL="0" indent="0">
              <a:buNone/>
              <a:defRPr>
                <a:solidFill>
                  <a:schemeClr val="tx1"/>
                </a:solidFill>
              </a:defRPr>
            </a:lvl9pPr>
          </a:lstStyle>
          <a:p>
            <a:pPr lvl="0"/>
            <a:r>
              <a:rPr lang="en-US" err="1"/>
              <a:t>Firstname</a:t>
            </a:r>
            <a:r>
              <a:rPr lang="en-US"/>
              <a:t> </a:t>
            </a:r>
            <a:r>
              <a:rPr lang="en-US" err="1"/>
              <a:t>Lastname</a:t>
            </a:r>
            <a:r>
              <a:rPr lang="en-US"/>
              <a:t>, L1</a:t>
            </a:r>
          </a:p>
          <a:p>
            <a:pPr lvl="1"/>
            <a:r>
              <a:rPr lang="en-US"/>
              <a:t>Title/department, L2</a:t>
            </a:r>
          </a:p>
        </p:txBody>
      </p:sp>
      <p:sp>
        <p:nvSpPr>
          <p:cNvPr id="5" name="Text Placeholder 7">
            <a:extLst>
              <a:ext uri="{FF2B5EF4-FFF2-40B4-BE49-F238E27FC236}">
                <a16:creationId xmlns:a16="http://schemas.microsoft.com/office/drawing/2014/main" id="{C55CD7FE-FD96-5B7D-EB24-69E1A8EF9D81}"/>
              </a:ext>
            </a:extLst>
          </p:cNvPr>
          <p:cNvSpPr>
            <a:spLocks noGrp="1"/>
          </p:cNvSpPr>
          <p:nvPr>
            <p:ph type="body" sz="quarter" idx="15"/>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980716"/>
      </p:ext>
    </p:extLst>
  </p:cSld>
  <p:clrMapOvr>
    <a:overrideClrMapping bg1="dk1" tx1="lt1" bg2="dk2" tx2="lt2" accent1="accent1" accent2="accent2" accent3="accent3" accent4="accent4" accent5="accent5" accent6="accent6" hlink="hlink" folHlink="folHlink"/>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icon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9600384"/>
      </p:ext>
    </p:extLst>
  </p:cSld>
  <p:clrMapOvr>
    <a:overrideClrMapping bg1="dk1" tx1="lt1" bg2="dk2" tx2="lt2" accent1="accent1" accent2="accent2" accent3="accent3" accent4="accent4" accent5="accent5" accent6="accent6" hlink="hlink" folHlink="folHlink"/>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B916CF33-A497-0AD3-3B6A-557E34121E76}"/>
              </a:ext>
            </a:extLst>
          </p:cNvPr>
          <p:cNvSpPr>
            <a:spLocks noGrp="1"/>
          </p:cNvSpPr>
          <p:nvPr>
            <p:ph type="title"/>
          </p:nvPr>
        </p:nvSpPr>
        <p:spPr>
          <a:xfrm>
            <a:off x="546100" y="552450"/>
            <a:ext cx="3514455" cy="86995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514455"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FD3F13F-3407-E665-485F-994A6707FD73}"/>
              </a:ext>
            </a:extLst>
          </p:cNvPr>
          <p:cNvSpPr>
            <a:spLocks noGrp="1"/>
          </p:cNvSpPr>
          <p:nvPr>
            <p:ph type="body" sz="quarter" idx="15"/>
          </p:nvPr>
        </p:nvSpPr>
        <p:spPr>
          <a:xfrm>
            <a:off x="546100" y="1849439"/>
            <a:ext cx="2619375"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Footer Placeholder 7">
            <a:extLst>
              <a:ext uri="{FF2B5EF4-FFF2-40B4-BE49-F238E27FC236}">
                <a16:creationId xmlns:a16="http://schemas.microsoft.com/office/drawing/2014/main" id="{DCBDBDD5-B094-0F1A-DB63-7B97412AC85E}"/>
              </a:ext>
            </a:extLst>
          </p:cNvPr>
          <p:cNvSpPr>
            <a:spLocks noGrp="1"/>
          </p:cNvSpPr>
          <p:nvPr>
            <p:ph type="ftr" sz="quarter" idx="11"/>
          </p:nvPr>
        </p:nvSpPr>
        <p:spPr>
          <a:xfrm>
            <a:off x="4781550" y="6311900"/>
            <a:ext cx="5448300" cy="269875"/>
          </a:xfrm>
        </p:spPr>
        <p:txBody>
          <a:bodyPr/>
          <a:lstStyle/>
          <a:p>
            <a:r>
              <a:rPr lang="en-US"/>
              <a:t>See slide 5 for instructions on how to update footer</a:t>
            </a:r>
          </a:p>
        </p:txBody>
      </p:sp>
    </p:spTree>
    <p:extLst>
      <p:ext uri="{BB962C8B-B14F-4D97-AF65-F5344CB8AC3E}">
        <p14:creationId xmlns:p14="http://schemas.microsoft.com/office/powerpoint/2010/main" val="321673313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B276AB9C-7568-C5F8-9325-202B3FE1D2DB}"/>
              </a:ext>
            </a:extLst>
          </p:cNvPr>
          <p:cNvSpPr>
            <a:spLocks noGrp="1"/>
          </p:cNvSpPr>
          <p:nvPr>
            <p:ph type="title"/>
          </p:nvPr>
        </p:nvSpPr>
        <p:spPr>
          <a:xfrm>
            <a:off x="546101" y="548640"/>
            <a:ext cx="3198585" cy="87376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2" y="5586413"/>
            <a:ext cx="3198585"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B9FF1161-F7B1-9563-3A3E-4823B2DEDED6}"/>
              </a:ext>
            </a:extLst>
          </p:cNvPr>
          <p:cNvSpPr>
            <a:spLocks noGrp="1"/>
          </p:cNvSpPr>
          <p:nvPr>
            <p:ph type="body" sz="quarter" idx="15"/>
          </p:nvPr>
        </p:nvSpPr>
        <p:spPr>
          <a:xfrm>
            <a:off x="546100" y="1849439"/>
            <a:ext cx="2619375"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307595114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8" name="Title 7">
            <a:extLst>
              <a:ext uri="{FF2B5EF4-FFF2-40B4-BE49-F238E27FC236}">
                <a16:creationId xmlns:a16="http://schemas.microsoft.com/office/drawing/2014/main" id="{52C52A17-5F09-5FCF-A0E2-C9D9ECF06226}"/>
              </a:ext>
            </a:extLst>
          </p:cNvPr>
          <p:cNvSpPr>
            <a:spLocks noGrp="1"/>
          </p:cNvSpPr>
          <p:nvPr>
            <p:ph type="title"/>
          </p:nvPr>
        </p:nvSpPr>
        <p:spPr>
          <a:xfrm>
            <a:off x="546100" y="548640"/>
            <a:ext cx="3514455" cy="87376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514455"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10" name="Text Placeholder 9">
            <a:extLst>
              <a:ext uri="{FF2B5EF4-FFF2-40B4-BE49-F238E27FC236}">
                <a16:creationId xmlns:a16="http://schemas.microsoft.com/office/drawing/2014/main" id="{98FAD3A1-95EF-57C4-18DC-C6F6870DB482}"/>
              </a:ext>
            </a:extLst>
          </p:cNvPr>
          <p:cNvSpPr>
            <a:spLocks noGrp="1"/>
          </p:cNvSpPr>
          <p:nvPr>
            <p:ph type="body" sz="quarter" idx="15"/>
          </p:nvPr>
        </p:nvSpPr>
        <p:spPr>
          <a:xfrm>
            <a:off x="546100" y="1849439"/>
            <a:ext cx="2619375"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Tree>
    <p:extLst>
      <p:ext uri="{BB962C8B-B14F-4D97-AF65-F5344CB8AC3E}">
        <p14:creationId xmlns:p14="http://schemas.microsoft.com/office/powerpoint/2010/main" val="115062570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7" name="Title 6">
            <a:extLst>
              <a:ext uri="{FF2B5EF4-FFF2-40B4-BE49-F238E27FC236}">
                <a16:creationId xmlns:a16="http://schemas.microsoft.com/office/drawing/2014/main" id="{4B503A39-567B-2C37-49D9-E2E6B92AB503}"/>
              </a:ext>
            </a:extLst>
          </p:cNvPr>
          <p:cNvSpPr>
            <a:spLocks noGrp="1"/>
          </p:cNvSpPr>
          <p:nvPr>
            <p:ph type="title"/>
          </p:nvPr>
        </p:nvSpPr>
        <p:spPr>
          <a:xfrm>
            <a:off x="546100" y="548640"/>
            <a:ext cx="3514455" cy="873760"/>
          </a:xfrm>
        </p:spPr>
        <p:txBody>
          <a:bodyPr rIns="182880"/>
          <a:lstStyle>
            <a:lvl1pPr>
              <a:defRPr>
                <a:solidFill>
                  <a:schemeClr val="bg1"/>
                </a:solidFill>
              </a:defRPr>
            </a:lvl1pPr>
          </a:lstStyle>
          <a:p>
            <a:r>
              <a:rPr lang="en-US"/>
              <a:t>Click to edit Master title style</a:t>
            </a:r>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1" y="5586413"/>
            <a:ext cx="3514455"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100" y="1849439"/>
            <a:ext cx="2619375" cy="3443286"/>
          </a:xfrm>
        </p:spPr>
        <p:txBody>
          <a:bodyPr>
            <a:norm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Tree>
    <p:extLst>
      <p:ext uri="{BB962C8B-B14F-4D97-AF65-F5344CB8AC3E}">
        <p14:creationId xmlns:p14="http://schemas.microsoft.com/office/powerpoint/2010/main" val="429435739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Freeform 5">
            <a:extLst>
              <a:ext uri="{FF2B5EF4-FFF2-40B4-BE49-F238E27FC236}">
                <a16:creationId xmlns:a16="http://schemas.microsoft.com/office/drawing/2014/main" id="{B2BF897B-C4FE-7F0C-FE2C-6956C830B31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itle 10">
            <a:extLst>
              <a:ext uri="{FF2B5EF4-FFF2-40B4-BE49-F238E27FC236}">
                <a16:creationId xmlns:a16="http://schemas.microsoft.com/office/drawing/2014/main" id="{39BB85B3-5F62-677A-7B5A-1B952D90B3A6}"/>
              </a:ext>
            </a:extLst>
          </p:cNvPr>
          <p:cNvSpPr>
            <a:spLocks noGrp="1"/>
          </p:cNvSpPr>
          <p:nvPr>
            <p:ph type="title"/>
          </p:nvPr>
        </p:nvSpPr>
        <p:spPr>
          <a:xfrm>
            <a:off x="546101" y="548640"/>
            <a:ext cx="3271156" cy="794544"/>
          </a:xfrm>
        </p:spPr>
        <p:txBody>
          <a:bodyPr rIns="182880"/>
          <a:lstStyle/>
          <a:p>
            <a:r>
              <a:rPr lang="en-US"/>
              <a:t>Click to edit Master title style</a:t>
            </a:r>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2" y="5586413"/>
            <a:ext cx="3271156"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10CFFF09-1B4E-AF15-7727-AEE05D2B9337}"/>
              </a:ext>
            </a:extLst>
          </p:cNvPr>
          <p:cNvSpPr>
            <a:spLocks noGrp="1"/>
          </p:cNvSpPr>
          <p:nvPr>
            <p:ph type="body" sz="quarter" idx="19"/>
          </p:nvPr>
        </p:nvSpPr>
        <p:spPr>
          <a:xfrm>
            <a:off x="554038" y="1849437"/>
            <a:ext cx="2611437" cy="3443288"/>
          </a:xfrm>
        </p:spPr>
        <p:txBody>
          <a:bodyPr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544969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Title 9">
            <a:extLst>
              <a:ext uri="{FF2B5EF4-FFF2-40B4-BE49-F238E27FC236}">
                <a16:creationId xmlns:a16="http://schemas.microsoft.com/office/drawing/2014/main" id="{8E2B9BA9-73F8-28A2-869E-838E80997668}"/>
              </a:ext>
            </a:extLst>
          </p:cNvPr>
          <p:cNvSpPr>
            <a:spLocks noGrp="1"/>
          </p:cNvSpPr>
          <p:nvPr>
            <p:ph type="title"/>
          </p:nvPr>
        </p:nvSpPr>
        <p:spPr>
          <a:xfrm>
            <a:off x="546100" y="548640"/>
            <a:ext cx="11091862" cy="432063"/>
          </a:xfrm>
        </p:spPr>
        <p:txBody>
          <a:bodyPr/>
          <a:lstStyle/>
          <a:p>
            <a:r>
              <a:rPr lang="en-US"/>
              <a:t>Click to edit Master title style</a:t>
            </a:r>
          </a:p>
        </p:txBody>
      </p:sp>
      <p:sp>
        <p:nvSpPr>
          <p:cNvPr id="3" name="Content Placeholder 3">
            <a:extLst>
              <a:ext uri="{FF2B5EF4-FFF2-40B4-BE49-F238E27FC236}">
                <a16:creationId xmlns:a16="http://schemas.microsoft.com/office/drawing/2014/main" id="{506B7D9A-8BD0-5502-C579-8561F103F261}"/>
              </a:ext>
            </a:extLst>
          </p:cNvPr>
          <p:cNvSpPr>
            <a:spLocks noGrp="1"/>
          </p:cNvSpPr>
          <p:nvPr>
            <p:ph sz="half" idx="2"/>
          </p:nvPr>
        </p:nvSpPr>
        <p:spPr>
          <a:xfrm>
            <a:off x="554038" y="1849438"/>
            <a:ext cx="966469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5">
            <a:extLst>
              <a:ext uri="{FF2B5EF4-FFF2-40B4-BE49-F238E27FC236}">
                <a16:creationId xmlns:a16="http://schemas.microsoft.com/office/drawing/2014/main" id="{2C85CF37-61E7-96B9-82FD-13B91452A34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AFC29369-935E-1E53-CDD2-12BC112FBFB4}"/>
              </a:ext>
            </a:extLst>
          </p:cNvPr>
          <p:cNvSpPr>
            <a:spLocks noGrp="1"/>
          </p:cNvSpPr>
          <p:nvPr>
            <p:ph type="body" sz="quarter" idx="17"/>
          </p:nvPr>
        </p:nvSpPr>
        <p:spPr>
          <a:xfrm>
            <a:off x="546101" y="1127125"/>
            <a:ext cx="11091862" cy="292101"/>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7">
            <a:extLst>
              <a:ext uri="{FF2B5EF4-FFF2-40B4-BE49-F238E27FC236}">
                <a16:creationId xmlns:a16="http://schemas.microsoft.com/office/drawing/2014/main" id="{E78755CC-4D8C-AEDB-963F-10EFA240ED6E}"/>
              </a:ext>
            </a:extLst>
          </p:cNvPr>
          <p:cNvSpPr>
            <a:spLocks noGrp="1"/>
          </p:cNvSpPr>
          <p:nvPr>
            <p:ph type="body" sz="quarter" idx="18"/>
          </p:nvPr>
        </p:nvSpPr>
        <p:spPr>
          <a:xfrm>
            <a:off x="554036" y="6019800"/>
            <a:ext cx="6843713" cy="29210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40053515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48640"/>
            <a:ext cx="11091862" cy="428888"/>
          </a:xfrm>
        </p:spPr>
        <p:txBody>
          <a:bodyPr/>
          <a:lstStyle/>
          <a:p>
            <a:r>
              <a:rPr lang="en-US"/>
              <a:t>Click to edit Master title style</a:t>
            </a:r>
          </a:p>
        </p:txBody>
      </p:sp>
      <p:sp>
        <p:nvSpPr>
          <p:cNvPr id="2" name="Freeform 5">
            <a:extLst>
              <a:ext uri="{FF2B5EF4-FFF2-40B4-BE49-F238E27FC236}">
                <a16:creationId xmlns:a16="http://schemas.microsoft.com/office/drawing/2014/main" id="{350075EE-B234-372B-92E8-BAF5D3459DD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8640" y="1127126"/>
            <a:ext cx="11091672"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39750" y="2425700"/>
            <a:ext cx="969264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3">
            <a:extLst>
              <a:ext uri="{FF2B5EF4-FFF2-40B4-BE49-F238E27FC236}">
                <a16:creationId xmlns:a16="http://schemas.microsoft.com/office/drawing/2014/main" id="{9094911E-2752-AC7C-9E32-0AEEF31F4D4A}"/>
              </a:ext>
            </a:extLst>
          </p:cNvPr>
          <p:cNvSpPr>
            <a:spLocks noGrp="1"/>
          </p:cNvSpPr>
          <p:nvPr>
            <p:ph type="body" sz="quarter" idx="29"/>
          </p:nvPr>
        </p:nvSpPr>
        <p:spPr>
          <a:xfrm>
            <a:off x="547687" y="1849436"/>
            <a:ext cx="9692640"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8" name="Text Placeholder 15">
            <a:extLst>
              <a:ext uri="{FF2B5EF4-FFF2-40B4-BE49-F238E27FC236}">
                <a16:creationId xmlns:a16="http://schemas.microsoft.com/office/drawing/2014/main" id="{78EDB024-ECFB-865D-E9A1-70A732F12857}"/>
              </a:ext>
            </a:extLst>
          </p:cNvPr>
          <p:cNvSpPr>
            <a:spLocks noGrp="1"/>
          </p:cNvSpPr>
          <p:nvPr>
            <p:ph type="body" sz="quarter" idx="30"/>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46587279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2 Column, Equal">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E91C9FC0-5A4D-B663-9FBA-261AA765C0A6}"/>
              </a:ext>
            </a:extLst>
          </p:cNvPr>
          <p:cNvSpPr>
            <a:spLocks noGrp="1"/>
          </p:cNvSpPr>
          <p:nvPr>
            <p:ph type="title"/>
          </p:nvPr>
        </p:nvSpPr>
        <p:spPr>
          <a:xfrm>
            <a:off x="546100" y="548640"/>
            <a:ext cx="11091862" cy="441960"/>
          </a:xfrm>
        </p:spPr>
        <p:txBody>
          <a:bodyPr/>
          <a:lstStyle/>
          <a:p>
            <a:r>
              <a:rPr lang="en-US"/>
              <a:t>Click to edit Master title style</a:t>
            </a:r>
          </a:p>
        </p:txBody>
      </p:sp>
      <p:sp>
        <p:nvSpPr>
          <p:cNvPr id="4" name="Freeform 5">
            <a:extLst>
              <a:ext uri="{FF2B5EF4-FFF2-40B4-BE49-F238E27FC236}">
                <a16:creationId xmlns:a16="http://schemas.microsoft.com/office/drawing/2014/main" id="{87E865E7-C3CB-8EB7-5B8A-C0FE32443EA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89FE669B-9179-2192-FE7E-E7F257EFD40C}"/>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799DC228-25E7-A515-7C6E-578A7287752D}"/>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3" name="Content Placeholder 22">
            <a:extLst>
              <a:ext uri="{FF2B5EF4-FFF2-40B4-BE49-F238E27FC236}">
                <a16:creationId xmlns:a16="http://schemas.microsoft.com/office/drawing/2014/main" id="{ADE7A618-3F91-D576-7D4B-F03CA5E408BF}"/>
              </a:ext>
            </a:extLst>
          </p:cNvPr>
          <p:cNvSpPr>
            <a:spLocks noGrp="1"/>
          </p:cNvSpPr>
          <p:nvPr>
            <p:ph sz="quarter" idx="23"/>
          </p:nvPr>
        </p:nvSpPr>
        <p:spPr>
          <a:xfrm>
            <a:off x="546100"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2FCD4E4-D365-CC7E-80F7-3790352FE369}"/>
              </a:ext>
            </a:extLst>
          </p:cNvPr>
          <p:cNvSpPr>
            <a:spLocks noGrp="1"/>
          </p:cNvSpPr>
          <p:nvPr>
            <p:ph sz="quarter" idx="24"/>
          </p:nvPr>
        </p:nvSpPr>
        <p:spPr>
          <a:xfrm>
            <a:off x="6194425" y="1849438"/>
            <a:ext cx="54435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145523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48640"/>
            <a:ext cx="11091862" cy="441960"/>
          </a:xfrm>
        </p:spPr>
        <p:txBody>
          <a:bodyPr/>
          <a:lstStyle/>
          <a:p>
            <a:r>
              <a:rPr lang="en-US"/>
              <a:t>Click to edit Master title style</a:t>
            </a:r>
          </a:p>
        </p:txBody>
      </p:sp>
      <p:sp>
        <p:nvSpPr>
          <p:cNvPr id="5" name="Freeform 5">
            <a:extLst>
              <a:ext uri="{FF2B5EF4-FFF2-40B4-BE49-F238E27FC236}">
                <a16:creationId xmlns:a16="http://schemas.microsoft.com/office/drawing/2014/main" id="{815BB915-D4A3-4B77-441D-189B312618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8640" y="1127125"/>
            <a:ext cx="1109503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Text Placeholder 13">
            <a:extLst>
              <a:ext uri="{FF2B5EF4-FFF2-40B4-BE49-F238E27FC236}">
                <a16:creationId xmlns:a16="http://schemas.microsoft.com/office/drawing/2014/main" id="{927E5978-3DC9-2522-00F6-781CF3B6DBE0}"/>
              </a:ext>
            </a:extLst>
          </p:cNvPr>
          <p:cNvSpPr>
            <a:spLocks noGrp="1"/>
          </p:cNvSpPr>
          <p:nvPr>
            <p:ph type="body" sz="quarter" idx="22"/>
          </p:nvPr>
        </p:nvSpPr>
        <p:spPr>
          <a:xfrm>
            <a:off x="539750" y="6019801"/>
            <a:ext cx="685800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39750" y="2425700"/>
            <a:ext cx="543718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7688" y="1849436"/>
            <a:ext cx="5443537"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6" y="1849436"/>
            <a:ext cx="5443536"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4191399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2 Column, Equal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20" cy="730250"/>
          </a:xfrm>
          <a:noFill/>
          <a:ln>
            <a:noFill/>
          </a:ln>
        </p:spPr>
        <p:txBody>
          <a:bodyPr anchor="ctr"/>
          <a:lstStyle>
            <a:lvl1pPr algn="ctr">
              <a:defRPr>
                <a:solidFill>
                  <a:schemeClr val="bg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55789"/>
            <a:ext cx="731520" cy="730250"/>
          </a:xfrm>
          <a:noFill/>
          <a:ln>
            <a:noFill/>
          </a:ln>
        </p:spPr>
        <p:txBody>
          <a:bodyPr anchor="ctr"/>
          <a:lstStyle>
            <a:lvl1pPr algn="ctr">
              <a:defRPr>
                <a:solidFill>
                  <a:schemeClr val="bg1"/>
                </a:solidFill>
              </a:defRPr>
            </a:lvl1pPr>
          </a:lstStyle>
          <a:p>
            <a:r>
              <a:rPr lang="en-US"/>
              <a:t>Icon</a:t>
            </a:r>
          </a:p>
        </p:txBody>
      </p:sp>
      <p:sp>
        <p:nvSpPr>
          <p:cNvPr id="15" name="Title 14">
            <a:extLst>
              <a:ext uri="{FF2B5EF4-FFF2-40B4-BE49-F238E27FC236}">
                <a16:creationId xmlns:a16="http://schemas.microsoft.com/office/drawing/2014/main" id="{83293C95-F2D4-1B62-3972-21D684C69D6B}"/>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BDF8D966-D4D5-8345-BCCE-83ADA78DF00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2" name="Text Placeholder 11">
            <a:extLst>
              <a:ext uri="{FF2B5EF4-FFF2-40B4-BE49-F238E27FC236}">
                <a16:creationId xmlns:a16="http://schemas.microsoft.com/office/drawing/2014/main" id="{E3714C5C-1F27-C398-E400-5C0795EDB8E8}"/>
              </a:ext>
            </a:extLst>
          </p:cNvPr>
          <p:cNvSpPr>
            <a:spLocks noGrp="1"/>
          </p:cNvSpPr>
          <p:nvPr>
            <p:ph type="body" sz="quarter" idx="21"/>
          </p:nvPr>
        </p:nvSpPr>
        <p:spPr>
          <a:xfrm>
            <a:off x="548640" y="1127125"/>
            <a:ext cx="1109503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3" name="Text Placeholder 13">
            <a:extLst>
              <a:ext uri="{FF2B5EF4-FFF2-40B4-BE49-F238E27FC236}">
                <a16:creationId xmlns:a16="http://schemas.microsoft.com/office/drawing/2014/main" id="{7AD587B1-D6EF-264C-B2FD-D3B6CF8CC777}"/>
              </a:ext>
            </a:extLst>
          </p:cNvPr>
          <p:cNvSpPr>
            <a:spLocks noGrp="1"/>
          </p:cNvSpPr>
          <p:nvPr>
            <p:ph type="body" sz="quarter" idx="22"/>
          </p:nvPr>
        </p:nvSpPr>
        <p:spPr>
          <a:xfrm>
            <a:off x="539750" y="6019801"/>
            <a:ext cx="685800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4" name="Content Placeholder 29">
            <a:extLst>
              <a:ext uri="{FF2B5EF4-FFF2-40B4-BE49-F238E27FC236}">
                <a16:creationId xmlns:a16="http://schemas.microsoft.com/office/drawing/2014/main" id="{BC7EB0C9-FA9F-3888-8848-B5F248F576E9}"/>
              </a:ext>
            </a:extLst>
          </p:cNvPr>
          <p:cNvSpPr>
            <a:spLocks noGrp="1"/>
          </p:cNvSpPr>
          <p:nvPr>
            <p:ph sz="quarter" idx="27"/>
          </p:nvPr>
        </p:nvSpPr>
        <p:spPr>
          <a:xfrm>
            <a:off x="554039" y="2847975"/>
            <a:ext cx="5437186"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31">
            <a:extLst>
              <a:ext uri="{FF2B5EF4-FFF2-40B4-BE49-F238E27FC236}">
                <a16:creationId xmlns:a16="http://schemas.microsoft.com/office/drawing/2014/main" id="{791D8777-C2DB-5F33-F63B-04B9C6AF8C52}"/>
              </a:ext>
            </a:extLst>
          </p:cNvPr>
          <p:cNvSpPr>
            <a:spLocks noGrp="1"/>
          </p:cNvSpPr>
          <p:nvPr>
            <p:ph sz="quarter" idx="28"/>
          </p:nvPr>
        </p:nvSpPr>
        <p:spPr>
          <a:xfrm>
            <a:off x="6194425" y="2847975"/>
            <a:ext cx="5443538" cy="30194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749283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0" name="Picture Placeholder 9">
            <a:extLst>
              <a:ext uri="{FF2B5EF4-FFF2-40B4-BE49-F238E27FC236}">
                <a16:creationId xmlns:a16="http://schemas.microsoft.com/office/drawing/2014/main" id="{3BB3CD90-7B8A-B179-4BE0-1306245D8C1F}"/>
              </a:ext>
            </a:extLst>
          </p:cNvPr>
          <p:cNvSpPr>
            <a:spLocks noGrp="1"/>
          </p:cNvSpPr>
          <p:nvPr>
            <p:ph type="pic" sz="quarter" idx="37" hasCustomPrompt="1"/>
          </p:nvPr>
        </p:nvSpPr>
        <p:spPr>
          <a:xfrm>
            <a:off x="546100" y="1849438"/>
            <a:ext cx="731520" cy="730250"/>
          </a:xfrm>
          <a:noFill/>
          <a:ln>
            <a:noFill/>
          </a:ln>
        </p:spPr>
        <p:txBody>
          <a:bodyPr anchor="ctr"/>
          <a:lstStyle>
            <a:lvl1pPr algn="ctr">
              <a:defRPr>
                <a:solidFill>
                  <a:schemeClr val="bg1"/>
                </a:solidFill>
              </a:defRPr>
            </a:lvl1pPr>
          </a:lstStyle>
          <a:p>
            <a:r>
              <a:rPr lang="en-US"/>
              <a:t>Icon</a:t>
            </a:r>
          </a:p>
        </p:txBody>
      </p:sp>
      <p:sp>
        <p:nvSpPr>
          <p:cNvPr id="13" name="Picture Placeholder 9">
            <a:extLst>
              <a:ext uri="{FF2B5EF4-FFF2-40B4-BE49-F238E27FC236}">
                <a16:creationId xmlns:a16="http://schemas.microsoft.com/office/drawing/2014/main" id="{3759C39D-789E-C620-C4CA-F2BAB3460CEA}"/>
              </a:ext>
            </a:extLst>
          </p:cNvPr>
          <p:cNvSpPr>
            <a:spLocks noGrp="1"/>
          </p:cNvSpPr>
          <p:nvPr>
            <p:ph type="pic" sz="quarter" idx="38" hasCustomPrompt="1"/>
          </p:nvPr>
        </p:nvSpPr>
        <p:spPr>
          <a:xfrm>
            <a:off x="6194425" y="1855789"/>
            <a:ext cx="731520" cy="730250"/>
          </a:xfrm>
          <a:noFill/>
          <a:ln>
            <a:noFill/>
          </a:ln>
        </p:spPr>
        <p:txBody>
          <a:bodyPr anchor="ctr"/>
          <a:lstStyle>
            <a:lvl1pPr algn="ctr">
              <a:defRPr>
                <a:solidFill>
                  <a:schemeClr val="bg1"/>
                </a:solidFill>
              </a:defRPr>
            </a:lvl1pPr>
          </a:lstStyle>
          <a:p>
            <a:r>
              <a:rPr lang="en-US"/>
              <a:t>Icon</a:t>
            </a:r>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FD35FFA2-B061-C6C6-9525-75F69775617A}"/>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8640" y="1124712"/>
            <a:ext cx="11091672"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4">
            <a:extLst>
              <a:ext uri="{FF2B5EF4-FFF2-40B4-BE49-F238E27FC236}">
                <a16:creationId xmlns:a16="http://schemas.microsoft.com/office/drawing/2014/main" id="{FC3E1B1C-BFB6-509F-0D82-C1AA2860E141}"/>
              </a:ext>
            </a:extLst>
          </p:cNvPr>
          <p:cNvSpPr>
            <a:spLocks noGrp="1"/>
          </p:cNvSpPr>
          <p:nvPr>
            <p:ph type="body" sz="quarter" idx="42"/>
          </p:nvPr>
        </p:nvSpPr>
        <p:spPr>
          <a:xfrm>
            <a:off x="539748" y="6019800"/>
            <a:ext cx="685800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200776" y="3295650"/>
            <a:ext cx="5437185" cy="243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38161" y="2714625"/>
            <a:ext cx="5451477" cy="298450"/>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4425" y="2717037"/>
            <a:ext cx="5443537" cy="292099"/>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93673173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2 Column, Split Right">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2" name="Title 11">
            <a:extLst>
              <a:ext uri="{FF2B5EF4-FFF2-40B4-BE49-F238E27FC236}">
                <a16:creationId xmlns:a16="http://schemas.microsoft.com/office/drawing/2014/main" id="{8D19B5F2-6756-55DC-BEE5-E7E670D49ACA}"/>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8ED44C0D-92D1-75F9-458B-D180FE9F59C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5">
            <a:extLst>
              <a:ext uri="{FF2B5EF4-FFF2-40B4-BE49-F238E27FC236}">
                <a16:creationId xmlns:a16="http://schemas.microsoft.com/office/drawing/2014/main" id="{B81373EC-AE8A-5B25-87D5-D572EA8ACE5F}"/>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6F420E2B-2A9E-7565-8D5D-70095A93099F}"/>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2A2549F7-6A27-1EA2-0010-4F6705CEC0FC}"/>
              </a:ext>
            </a:extLst>
          </p:cNvPr>
          <p:cNvSpPr>
            <a:spLocks noGrp="1"/>
          </p:cNvSpPr>
          <p:nvPr>
            <p:ph sz="quarter" idx="24"/>
          </p:nvPr>
        </p:nvSpPr>
        <p:spPr>
          <a:xfrm>
            <a:off x="4330541" y="1849438"/>
            <a:ext cx="730742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7">
            <a:extLst>
              <a:ext uri="{FF2B5EF4-FFF2-40B4-BE49-F238E27FC236}">
                <a16:creationId xmlns:a16="http://schemas.microsoft.com/office/drawing/2014/main" id="{3C8C71E0-2592-50F3-059F-AB797ABBBFCA}"/>
              </a:ext>
            </a:extLst>
          </p:cNvPr>
          <p:cNvSpPr>
            <a:spLocks noGrp="1"/>
          </p:cNvSpPr>
          <p:nvPr>
            <p:ph type="ftr" sz="quarter" idx="11"/>
          </p:nvPr>
        </p:nvSpPr>
        <p:spPr>
          <a:xfrm>
            <a:off x="4781550" y="6311900"/>
            <a:ext cx="5448300" cy="269875"/>
          </a:xfrm>
        </p:spPr>
        <p:txBody>
          <a:bodyPr/>
          <a:lstStyle/>
          <a:p>
            <a:r>
              <a:rPr lang="en-US"/>
              <a:t>See slide 5 for instructions on how to update footer</a:t>
            </a:r>
          </a:p>
        </p:txBody>
      </p:sp>
      <p:sp>
        <p:nvSpPr>
          <p:cNvPr id="3" name="Text Placeholder 11">
            <a:extLst>
              <a:ext uri="{FF2B5EF4-FFF2-40B4-BE49-F238E27FC236}">
                <a16:creationId xmlns:a16="http://schemas.microsoft.com/office/drawing/2014/main" id="{8F60A443-ADF6-2D2C-4FDB-35588CF1649F}"/>
              </a:ext>
            </a:extLst>
          </p:cNvPr>
          <p:cNvSpPr>
            <a:spLocks noGrp="1"/>
          </p:cNvSpPr>
          <p:nvPr>
            <p:ph type="body" sz="quarter" idx="21"/>
          </p:nvPr>
        </p:nvSpPr>
        <p:spPr>
          <a:xfrm>
            <a:off x="548640" y="1127125"/>
            <a:ext cx="1109503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95465755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2 Column, Split Righ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127724E-0B84-AA37-D926-B3D06E81CABD}"/>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076869E4-6FE8-072A-3700-20BFBA1437F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1">
            <a:extLst>
              <a:ext uri="{FF2B5EF4-FFF2-40B4-BE49-F238E27FC236}">
                <a16:creationId xmlns:a16="http://schemas.microsoft.com/office/drawing/2014/main" id="{5C728F5B-E1E8-3C29-EDD5-AA886A74A6C3}"/>
              </a:ext>
            </a:extLst>
          </p:cNvPr>
          <p:cNvSpPr>
            <a:spLocks noGrp="1"/>
          </p:cNvSpPr>
          <p:nvPr>
            <p:ph type="body" sz="quarter" idx="21"/>
          </p:nvPr>
        </p:nvSpPr>
        <p:spPr>
          <a:xfrm>
            <a:off x="548640" y="1127125"/>
            <a:ext cx="1109503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2" name="Text Placeholder 13">
            <a:extLst>
              <a:ext uri="{FF2B5EF4-FFF2-40B4-BE49-F238E27FC236}">
                <a16:creationId xmlns:a16="http://schemas.microsoft.com/office/drawing/2014/main" id="{D437BE9A-8A37-12FD-FF09-D132746CA34A}"/>
              </a:ext>
            </a:extLst>
          </p:cNvPr>
          <p:cNvSpPr>
            <a:spLocks noGrp="1"/>
          </p:cNvSpPr>
          <p:nvPr>
            <p:ph type="body" sz="quarter" idx="22"/>
          </p:nvPr>
        </p:nvSpPr>
        <p:spPr>
          <a:xfrm>
            <a:off x="539750" y="6019801"/>
            <a:ext cx="685800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3" name="Content Placeholder 29">
            <a:extLst>
              <a:ext uri="{FF2B5EF4-FFF2-40B4-BE49-F238E27FC236}">
                <a16:creationId xmlns:a16="http://schemas.microsoft.com/office/drawing/2014/main" id="{DF7192E9-18E0-4BBC-6544-BEEF161CD9BF}"/>
              </a:ext>
            </a:extLst>
          </p:cNvPr>
          <p:cNvSpPr>
            <a:spLocks noGrp="1"/>
          </p:cNvSpPr>
          <p:nvPr>
            <p:ph sz="quarter" idx="27"/>
          </p:nvPr>
        </p:nvSpPr>
        <p:spPr>
          <a:xfrm>
            <a:off x="539750" y="2425700"/>
            <a:ext cx="351631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1">
            <a:extLst>
              <a:ext uri="{FF2B5EF4-FFF2-40B4-BE49-F238E27FC236}">
                <a16:creationId xmlns:a16="http://schemas.microsoft.com/office/drawing/2014/main" id="{D9F0FF52-13E2-E833-F9CE-AC3FA1D713DD}"/>
              </a:ext>
            </a:extLst>
          </p:cNvPr>
          <p:cNvSpPr>
            <a:spLocks noGrp="1"/>
          </p:cNvSpPr>
          <p:nvPr>
            <p:ph sz="quarter" idx="28"/>
          </p:nvPr>
        </p:nvSpPr>
        <p:spPr>
          <a:xfrm>
            <a:off x="4337686" y="2425700"/>
            <a:ext cx="7300277"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3">
            <a:extLst>
              <a:ext uri="{FF2B5EF4-FFF2-40B4-BE49-F238E27FC236}">
                <a16:creationId xmlns:a16="http://schemas.microsoft.com/office/drawing/2014/main" id="{08AA2D12-29FA-271A-D47B-631180E59030}"/>
              </a:ext>
            </a:extLst>
          </p:cNvPr>
          <p:cNvSpPr>
            <a:spLocks noGrp="1"/>
          </p:cNvSpPr>
          <p:nvPr>
            <p:ph type="body" sz="quarter" idx="29"/>
          </p:nvPr>
        </p:nvSpPr>
        <p:spPr>
          <a:xfrm>
            <a:off x="539751" y="1849436"/>
            <a:ext cx="3520418"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6" name="Text Placeholder 35">
            <a:extLst>
              <a:ext uri="{FF2B5EF4-FFF2-40B4-BE49-F238E27FC236}">
                <a16:creationId xmlns:a16="http://schemas.microsoft.com/office/drawing/2014/main" id="{92CE57A3-BE6C-DBDE-1A82-38D8E92441DD}"/>
              </a:ext>
            </a:extLst>
          </p:cNvPr>
          <p:cNvSpPr>
            <a:spLocks noGrp="1"/>
          </p:cNvSpPr>
          <p:nvPr>
            <p:ph type="body" sz="quarter" idx="30"/>
          </p:nvPr>
        </p:nvSpPr>
        <p:spPr>
          <a:xfrm>
            <a:off x="4337688" y="1849436"/>
            <a:ext cx="7300274"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55604253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2 Column, Split Lef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FEDB0BC8-832D-FCF8-A69B-2C85E902AFF7}"/>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7472A942-DCD2-7E19-26F4-1DD113420ED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F9DE8466-9524-5260-777B-27EB7449C0BA}"/>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C8E82BB7-912C-BDF2-041D-1CF0F86357C0}"/>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7" name="Content Placeholder 22">
            <a:extLst>
              <a:ext uri="{FF2B5EF4-FFF2-40B4-BE49-F238E27FC236}">
                <a16:creationId xmlns:a16="http://schemas.microsoft.com/office/drawing/2014/main" id="{A1943844-20A2-F090-70FC-9F445822268A}"/>
              </a:ext>
            </a:extLst>
          </p:cNvPr>
          <p:cNvSpPr>
            <a:spLocks noGrp="1"/>
          </p:cNvSpPr>
          <p:nvPr>
            <p:ph sz="quarter" idx="23"/>
          </p:nvPr>
        </p:nvSpPr>
        <p:spPr>
          <a:xfrm>
            <a:off x="546100" y="1849438"/>
            <a:ext cx="7326312"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4">
            <a:extLst>
              <a:ext uri="{FF2B5EF4-FFF2-40B4-BE49-F238E27FC236}">
                <a16:creationId xmlns:a16="http://schemas.microsoft.com/office/drawing/2014/main" id="{F46CA1E9-3B79-03D7-0EE9-A3FE6A5AF033}"/>
              </a:ext>
            </a:extLst>
          </p:cNvPr>
          <p:cNvSpPr>
            <a:spLocks noGrp="1"/>
          </p:cNvSpPr>
          <p:nvPr>
            <p:ph sz="quarter" idx="24"/>
          </p:nvPr>
        </p:nvSpPr>
        <p:spPr>
          <a:xfrm>
            <a:off x="8220075" y="1849438"/>
            <a:ext cx="3417888"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233969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2 Column, Split Left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B6E166BE-0A53-7F77-1DCC-AD1A78C2EB77}"/>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D5B0B17B-3FAA-1710-3603-FB4FC3C8964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39956789-A368-206C-891C-9234628518A9}"/>
              </a:ext>
            </a:extLst>
          </p:cNvPr>
          <p:cNvSpPr>
            <a:spLocks noGrp="1"/>
          </p:cNvSpPr>
          <p:nvPr>
            <p:ph type="body" sz="quarter" idx="21"/>
          </p:nvPr>
        </p:nvSpPr>
        <p:spPr>
          <a:xfrm>
            <a:off x="548640" y="1127125"/>
            <a:ext cx="11095038"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3">
            <a:extLst>
              <a:ext uri="{FF2B5EF4-FFF2-40B4-BE49-F238E27FC236}">
                <a16:creationId xmlns:a16="http://schemas.microsoft.com/office/drawing/2014/main" id="{28027E45-9CB5-7484-0F70-49F140E7FA05}"/>
              </a:ext>
            </a:extLst>
          </p:cNvPr>
          <p:cNvSpPr>
            <a:spLocks noGrp="1"/>
          </p:cNvSpPr>
          <p:nvPr>
            <p:ph type="body" sz="quarter" idx="22"/>
          </p:nvPr>
        </p:nvSpPr>
        <p:spPr>
          <a:xfrm>
            <a:off x="539750" y="6019801"/>
            <a:ext cx="6858000"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9">
            <a:extLst>
              <a:ext uri="{FF2B5EF4-FFF2-40B4-BE49-F238E27FC236}">
                <a16:creationId xmlns:a16="http://schemas.microsoft.com/office/drawing/2014/main" id="{E8BB7705-DC57-1434-CECD-5A495C790A47}"/>
              </a:ext>
            </a:extLst>
          </p:cNvPr>
          <p:cNvSpPr>
            <a:spLocks noGrp="1"/>
          </p:cNvSpPr>
          <p:nvPr>
            <p:ph sz="quarter" idx="27"/>
          </p:nvPr>
        </p:nvSpPr>
        <p:spPr>
          <a:xfrm>
            <a:off x="554039" y="2425700"/>
            <a:ext cx="731837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3">
            <a:extLst>
              <a:ext uri="{FF2B5EF4-FFF2-40B4-BE49-F238E27FC236}">
                <a16:creationId xmlns:a16="http://schemas.microsoft.com/office/drawing/2014/main" id="{78775353-37B3-D36C-8C56-73152F79587F}"/>
              </a:ext>
            </a:extLst>
          </p:cNvPr>
          <p:cNvSpPr>
            <a:spLocks noGrp="1"/>
          </p:cNvSpPr>
          <p:nvPr>
            <p:ph type="body" sz="quarter" idx="29"/>
          </p:nvPr>
        </p:nvSpPr>
        <p:spPr>
          <a:xfrm>
            <a:off x="539750" y="1849436"/>
            <a:ext cx="7326921"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0" name="Content Placeholder 20">
            <a:extLst>
              <a:ext uri="{FF2B5EF4-FFF2-40B4-BE49-F238E27FC236}">
                <a16:creationId xmlns:a16="http://schemas.microsoft.com/office/drawing/2014/main" id="{2F44DA6F-4041-42E4-9E29-4286951689B4}"/>
              </a:ext>
            </a:extLst>
          </p:cNvPr>
          <p:cNvSpPr>
            <a:spLocks noGrp="1"/>
          </p:cNvSpPr>
          <p:nvPr>
            <p:ph sz="quarter" idx="25"/>
          </p:nvPr>
        </p:nvSpPr>
        <p:spPr>
          <a:xfrm>
            <a:off x="8138158" y="2425701"/>
            <a:ext cx="3499805"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26">
            <a:extLst>
              <a:ext uri="{FF2B5EF4-FFF2-40B4-BE49-F238E27FC236}">
                <a16:creationId xmlns:a16="http://schemas.microsoft.com/office/drawing/2014/main" id="{71B633D1-43C7-B7E7-9FE8-C4342495A786}"/>
              </a:ext>
            </a:extLst>
          </p:cNvPr>
          <p:cNvSpPr>
            <a:spLocks noGrp="1"/>
          </p:cNvSpPr>
          <p:nvPr>
            <p:ph type="body" sz="quarter" idx="31"/>
          </p:nvPr>
        </p:nvSpPr>
        <p:spPr>
          <a:xfrm>
            <a:off x="8121653" y="1849436"/>
            <a:ext cx="3530596"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0861599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AAF8DFA-0F14-8785-78EE-DD8DD1562C33}"/>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EECD8680-6F2A-3CCE-4560-C8BE364FA7D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4521AD86-38BC-F263-3ED6-1AB6299844D4}"/>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Text Placeholder 15">
            <a:extLst>
              <a:ext uri="{FF2B5EF4-FFF2-40B4-BE49-F238E27FC236}">
                <a16:creationId xmlns:a16="http://schemas.microsoft.com/office/drawing/2014/main" id="{12FE50E3-7513-9736-28AF-9A454F8B04F6}"/>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8" name="Content Placeholder 22">
            <a:extLst>
              <a:ext uri="{FF2B5EF4-FFF2-40B4-BE49-F238E27FC236}">
                <a16:creationId xmlns:a16="http://schemas.microsoft.com/office/drawing/2014/main" id="{DCF97E64-8DB2-6198-B460-E350D96243ED}"/>
              </a:ext>
            </a:extLst>
          </p:cNvPr>
          <p:cNvSpPr>
            <a:spLocks noGrp="1"/>
          </p:cNvSpPr>
          <p:nvPr>
            <p:ph sz="quarter" idx="23"/>
          </p:nvPr>
        </p:nvSpPr>
        <p:spPr>
          <a:xfrm>
            <a:off x="546100" y="1849438"/>
            <a:ext cx="3524249"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4">
            <a:extLst>
              <a:ext uri="{FF2B5EF4-FFF2-40B4-BE49-F238E27FC236}">
                <a16:creationId xmlns:a16="http://schemas.microsoft.com/office/drawing/2014/main" id="{4C915BCD-3D1D-852B-25D7-EEA4860AA307}"/>
              </a:ext>
            </a:extLst>
          </p:cNvPr>
          <p:cNvSpPr>
            <a:spLocks noGrp="1"/>
          </p:cNvSpPr>
          <p:nvPr>
            <p:ph sz="quarter" idx="24"/>
          </p:nvPr>
        </p:nvSpPr>
        <p:spPr>
          <a:xfrm>
            <a:off x="4344033" y="1849438"/>
            <a:ext cx="352044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EAE08981-1E40-ECE5-28D7-BC196D49B683}"/>
              </a:ext>
            </a:extLst>
          </p:cNvPr>
          <p:cNvSpPr>
            <a:spLocks noGrp="1"/>
          </p:cNvSpPr>
          <p:nvPr>
            <p:ph sz="quarter" idx="25"/>
          </p:nvPr>
        </p:nvSpPr>
        <p:spPr>
          <a:xfrm>
            <a:off x="8138158" y="1849439"/>
            <a:ext cx="3499805"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93439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8B69F93D-EF0B-4D4E-BBE4-C724E821A90D}"/>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D7FBEDD3-5B7A-AD55-B261-024183A617D5}"/>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44033" y="2425700"/>
            <a:ext cx="352044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38158" y="2425701"/>
            <a:ext cx="3499805"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39750" y="1849436"/>
            <a:ext cx="353059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44034"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21653" y="1849436"/>
            <a:ext cx="3530596"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25255824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85784134-256C-0D0A-56EB-9B8FA18EDBBE}"/>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A236F864-CE71-6DCB-9217-F14F9E1405A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0">
            <a:extLst>
              <a:ext uri="{FF2B5EF4-FFF2-40B4-BE49-F238E27FC236}">
                <a16:creationId xmlns:a16="http://schemas.microsoft.com/office/drawing/2014/main" id="{FDFED583-30F4-021C-4B0E-446E8B03BA98}"/>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Text Placeholder 15">
            <a:extLst>
              <a:ext uri="{FF2B5EF4-FFF2-40B4-BE49-F238E27FC236}">
                <a16:creationId xmlns:a16="http://schemas.microsoft.com/office/drawing/2014/main" id="{329AC388-4A5D-40CE-9F94-924EEC9F04BB}"/>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19" name="Content Placeholder 22">
            <a:extLst>
              <a:ext uri="{FF2B5EF4-FFF2-40B4-BE49-F238E27FC236}">
                <a16:creationId xmlns:a16="http://schemas.microsoft.com/office/drawing/2014/main" id="{FF54BDBD-731D-CB8C-D47B-CA629E8069CD}"/>
              </a:ext>
            </a:extLst>
          </p:cNvPr>
          <p:cNvSpPr>
            <a:spLocks noGrp="1"/>
          </p:cNvSpPr>
          <p:nvPr>
            <p:ph sz="quarter" idx="23"/>
          </p:nvPr>
        </p:nvSpPr>
        <p:spPr>
          <a:xfrm>
            <a:off x="546100" y="1849438"/>
            <a:ext cx="261937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4">
            <a:extLst>
              <a:ext uri="{FF2B5EF4-FFF2-40B4-BE49-F238E27FC236}">
                <a16:creationId xmlns:a16="http://schemas.microsoft.com/office/drawing/2014/main" id="{C8E9ABC3-F6D2-BACA-257F-94E800767689}"/>
              </a:ext>
            </a:extLst>
          </p:cNvPr>
          <p:cNvSpPr>
            <a:spLocks noGrp="1"/>
          </p:cNvSpPr>
          <p:nvPr>
            <p:ph sz="quarter" idx="24"/>
          </p:nvPr>
        </p:nvSpPr>
        <p:spPr>
          <a:xfrm>
            <a:off x="3367088" y="1849438"/>
            <a:ext cx="2624137"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81EFF807-BC6D-4436-06F4-FC320A023745}"/>
              </a:ext>
            </a:extLst>
          </p:cNvPr>
          <p:cNvSpPr>
            <a:spLocks noGrp="1"/>
          </p:cNvSpPr>
          <p:nvPr>
            <p:ph sz="quarter" idx="25"/>
          </p:nvPr>
        </p:nvSpPr>
        <p:spPr>
          <a:xfrm>
            <a:off x="6189664" y="1849439"/>
            <a:ext cx="2624136" cy="401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32FD5E28-DACE-C0A6-698B-E77424A9EBBA}"/>
              </a:ext>
            </a:extLst>
          </p:cNvPr>
          <p:cNvSpPr>
            <a:spLocks noGrp="1"/>
          </p:cNvSpPr>
          <p:nvPr>
            <p:ph sz="quarter" idx="26"/>
          </p:nvPr>
        </p:nvSpPr>
        <p:spPr>
          <a:xfrm>
            <a:off x="9015414" y="1849439"/>
            <a:ext cx="2622548" cy="4017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27542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p:txBody>
          <a:bodyPr/>
          <a:lstStyle/>
          <a:p>
            <a:r>
              <a:rPr lang="en-US"/>
              <a:t>Click to edit Master title style</a:t>
            </a:r>
          </a:p>
        </p:txBody>
      </p:sp>
      <p:sp>
        <p:nvSpPr>
          <p:cNvPr id="3" name="Freeform 5">
            <a:extLst>
              <a:ext uri="{FF2B5EF4-FFF2-40B4-BE49-F238E27FC236}">
                <a16:creationId xmlns:a16="http://schemas.microsoft.com/office/drawing/2014/main" id="{5C3F480E-7787-3C79-2F28-2BD141C8A6B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8640" y="1127125"/>
            <a:ext cx="1109167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15">
            <a:extLst>
              <a:ext uri="{FF2B5EF4-FFF2-40B4-BE49-F238E27FC236}">
                <a16:creationId xmlns:a16="http://schemas.microsoft.com/office/drawing/2014/main" id="{5ABFA4E5-EE7C-B181-6613-2BCBB984ABF8}"/>
              </a:ext>
            </a:extLst>
          </p:cNvPr>
          <p:cNvSpPr>
            <a:spLocks noGrp="1"/>
          </p:cNvSpPr>
          <p:nvPr>
            <p:ph type="body" sz="quarter" idx="22"/>
          </p:nvPr>
        </p:nvSpPr>
        <p:spPr>
          <a:xfrm>
            <a:off x="546100" y="6019800"/>
            <a:ext cx="685165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2572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210933" y="2425701"/>
            <a:ext cx="2602868" cy="344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39750" y="1849436"/>
            <a:ext cx="262572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6"/>
            <a:ext cx="2625725"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7" y="1849436"/>
            <a:ext cx="2625768"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20175" y="2425700"/>
            <a:ext cx="2625724"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21766" y="1849436"/>
            <a:ext cx="2616196"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47228753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2 Column with icons / Photo">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022A5C62-D45C-2BB3-822A-521A9E835830}"/>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893" y="548640"/>
            <a:ext cx="5450684" cy="432436"/>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071C30E2-10A6-5251-1FC6-8810B8777FFE}"/>
              </a:ext>
            </a:extLst>
          </p:cNvPr>
          <p:cNvSpPr>
            <a:spLocks noGrp="1"/>
          </p:cNvSpPr>
          <p:nvPr>
            <p:ph type="pic" sz="quarter" idx="37" hasCustomPrompt="1"/>
          </p:nvPr>
        </p:nvSpPr>
        <p:spPr>
          <a:xfrm>
            <a:off x="546100" y="1849438"/>
            <a:ext cx="731520" cy="730250"/>
          </a:xfrm>
          <a:solidFill>
            <a:schemeClr val="bg1">
              <a:lumMod val="65000"/>
            </a:schemeClr>
          </a:solidFill>
          <a:ln>
            <a:noFill/>
          </a:ln>
        </p:spPr>
        <p:txBody>
          <a:bodyPr anchor="ctr"/>
          <a:lstStyle>
            <a:lvl1pPr algn="ctr">
              <a:defRPr>
                <a:solidFill>
                  <a:schemeClr val="bg1"/>
                </a:solidFill>
              </a:defRPr>
            </a:lvl1pPr>
          </a:lstStyle>
          <a:p>
            <a:r>
              <a:rPr lang="en-US"/>
              <a:t>Icon</a:t>
            </a:r>
          </a:p>
        </p:txBody>
      </p:sp>
      <p:sp>
        <p:nvSpPr>
          <p:cNvPr id="11" name="Picture Placeholder 9">
            <a:extLst>
              <a:ext uri="{FF2B5EF4-FFF2-40B4-BE49-F238E27FC236}">
                <a16:creationId xmlns:a16="http://schemas.microsoft.com/office/drawing/2014/main" id="{2779889F-8243-735B-D407-39B553561C4A}"/>
              </a:ext>
            </a:extLst>
          </p:cNvPr>
          <p:cNvSpPr>
            <a:spLocks noGrp="1"/>
          </p:cNvSpPr>
          <p:nvPr>
            <p:ph type="pic" sz="quarter" idx="38" hasCustomPrompt="1"/>
          </p:nvPr>
        </p:nvSpPr>
        <p:spPr>
          <a:xfrm>
            <a:off x="546100" y="3135313"/>
            <a:ext cx="731520" cy="730250"/>
          </a:xfrm>
          <a:solidFill>
            <a:schemeClr val="bg1">
              <a:lumMod val="65000"/>
            </a:schemeClr>
          </a:solidFill>
          <a:ln>
            <a:noFill/>
          </a:ln>
        </p:spPr>
        <p:txBody>
          <a:bodyPr anchor="ctr"/>
          <a:lstStyle>
            <a:lvl1pPr algn="ctr">
              <a:defRPr>
                <a:solidFill>
                  <a:schemeClr val="bg1"/>
                </a:solidFill>
              </a:defRPr>
            </a:lvl1pPr>
          </a:lstStyle>
          <a:p>
            <a:r>
              <a:rPr lang="en-US"/>
              <a:t>Icon</a:t>
            </a:r>
          </a:p>
        </p:txBody>
      </p:sp>
      <p:sp>
        <p:nvSpPr>
          <p:cNvPr id="12" name="Picture Placeholder 9">
            <a:extLst>
              <a:ext uri="{FF2B5EF4-FFF2-40B4-BE49-F238E27FC236}">
                <a16:creationId xmlns:a16="http://schemas.microsoft.com/office/drawing/2014/main" id="{7E3BD4E3-4BCD-3C87-CEE7-D70639AB32E4}"/>
              </a:ext>
            </a:extLst>
          </p:cNvPr>
          <p:cNvSpPr>
            <a:spLocks noGrp="1"/>
          </p:cNvSpPr>
          <p:nvPr>
            <p:ph type="pic" sz="quarter" idx="39" hasCustomPrompt="1"/>
          </p:nvPr>
        </p:nvSpPr>
        <p:spPr>
          <a:xfrm>
            <a:off x="546100" y="4421188"/>
            <a:ext cx="731520" cy="730250"/>
          </a:xfrm>
          <a:solidFill>
            <a:schemeClr val="bg1">
              <a:lumMod val="65000"/>
            </a:schemeClr>
          </a:solidFill>
          <a:ln>
            <a:noFill/>
          </a:ln>
        </p:spPr>
        <p:txBody>
          <a:bodyPr anchor="ctr"/>
          <a:lstStyle>
            <a:lvl1pPr algn="ctr">
              <a:defRPr>
                <a:solidFill>
                  <a:schemeClr val="bg1"/>
                </a:solidFill>
              </a:defRPr>
            </a:lvl1pPr>
          </a:lstStyle>
          <a:p>
            <a:r>
              <a:rPr lang="en-US"/>
              <a:t>Icon</a:t>
            </a:r>
          </a:p>
        </p:txBody>
      </p:sp>
      <p:sp>
        <p:nvSpPr>
          <p:cNvPr id="4" name="Freeform 5">
            <a:extLst>
              <a:ext uri="{FF2B5EF4-FFF2-40B4-BE49-F238E27FC236}">
                <a16:creationId xmlns:a16="http://schemas.microsoft.com/office/drawing/2014/main" id="{DC2B09DE-A1A4-4C35-6E17-FAA89478D0B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0" name="Text Placeholder 10">
            <a:extLst>
              <a:ext uri="{FF2B5EF4-FFF2-40B4-BE49-F238E27FC236}">
                <a16:creationId xmlns:a16="http://schemas.microsoft.com/office/drawing/2014/main" id="{3CA37D90-0D74-AE2A-B25D-69FCBDEAD1C9}"/>
              </a:ext>
            </a:extLst>
          </p:cNvPr>
          <p:cNvSpPr>
            <a:spLocks noGrp="1"/>
          </p:cNvSpPr>
          <p:nvPr>
            <p:ph type="body" sz="quarter" idx="21"/>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15">
            <a:extLst>
              <a:ext uri="{FF2B5EF4-FFF2-40B4-BE49-F238E27FC236}">
                <a16:creationId xmlns:a16="http://schemas.microsoft.com/office/drawing/2014/main" id="{91CF4EAB-36B2-D655-23E6-0560D7AA1292}"/>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
        <p:nvSpPr>
          <p:cNvPr id="33" name="Content Placeholder 32">
            <a:extLst>
              <a:ext uri="{FF2B5EF4-FFF2-40B4-BE49-F238E27FC236}">
                <a16:creationId xmlns:a16="http://schemas.microsoft.com/office/drawing/2014/main" id="{F52E03F2-F72D-3919-6A71-4CEA2D954B96}"/>
              </a:ext>
            </a:extLst>
          </p:cNvPr>
          <p:cNvSpPr>
            <a:spLocks noGrp="1"/>
          </p:cNvSpPr>
          <p:nvPr>
            <p:ph sz="quarter" idx="40"/>
          </p:nvPr>
        </p:nvSpPr>
        <p:spPr>
          <a:xfrm>
            <a:off x="1485901" y="1849438"/>
            <a:ext cx="4511676" cy="998537"/>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5" name="Content Placeholder 34">
            <a:extLst>
              <a:ext uri="{FF2B5EF4-FFF2-40B4-BE49-F238E27FC236}">
                <a16:creationId xmlns:a16="http://schemas.microsoft.com/office/drawing/2014/main" id="{B626F10D-848A-E6CB-7D19-295563F81456}"/>
              </a:ext>
            </a:extLst>
          </p:cNvPr>
          <p:cNvSpPr>
            <a:spLocks noGrp="1"/>
          </p:cNvSpPr>
          <p:nvPr>
            <p:ph sz="quarter" idx="41"/>
          </p:nvPr>
        </p:nvSpPr>
        <p:spPr>
          <a:xfrm>
            <a:off x="1485900" y="3146426"/>
            <a:ext cx="4505325" cy="8382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7" name="Content Placeholder 36">
            <a:extLst>
              <a:ext uri="{FF2B5EF4-FFF2-40B4-BE49-F238E27FC236}">
                <a16:creationId xmlns:a16="http://schemas.microsoft.com/office/drawing/2014/main" id="{FE10D5E1-C329-1061-FDA3-9EC5BE5ECB6F}"/>
              </a:ext>
            </a:extLst>
          </p:cNvPr>
          <p:cNvSpPr>
            <a:spLocks noGrp="1"/>
          </p:cNvSpPr>
          <p:nvPr>
            <p:ph sz="quarter" idx="42"/>
          </p:nvPr>
        </p:nvSpPr>
        <p:spPr>
          <a:xfrm>
            <a:off x="1485900" y="4421189"/>
            <a:ext cx="4505325" cy="1020762"/>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Tree>
    <p:extLst>
      <p:ext uri="{BB962C8B-B14F-4D97-AF65-F5344CB8AC3E}">
        <p14:creationId xmlns:p14="http://schemas.microsoft.com/office/powerpoint/2010/main" val="406824233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893" y="548640"/>
            <a:ext cx="5450684" cy="43878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8640" y="1127126"/>
            <a:ext cx="5451475"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39750" y="1849438"/>
            <a:ext cx="545147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15">
            <a:extLst>
              <a:ext uri="{FF2B5EF4-FFF2-40B4-BE49-F238E27FC236}">
                <a16:creationId xmlns:a16="http://schemas.microsoft.com/office/drawing/2014/main" id="{897B7762-3957-2272-551C-3C4BF07B8B1D}"/>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12951169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8F064F9C-2C4C-16AC-63CA-1A9DA5BA7670}"/>
              </a:ext>
            </a:extLst>
          </p:cNvPr>
          <p:cNvSpPr>
            <a:spLocks noGrp="1"/>
          </p:cNvSpPr>
          <p:nvPr>
            <p:ph type="pic" sz="quarter" idx="13"/>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893" y="548640"/>
            <a:ext cx="5433538" cy="438785"/>
          </a:xfrm>
        </p:spPr>
        <p:txBody>
          <a:bodyPr/>
          <a:lstStyle/>
          <a:p>
            <a:r>
              <a:rPr lang="en-US"/>
              <a:t>Click to edit Master title style</a:t>
            </a:r>
          </a:p>
        </p:txBody>
      </p:sp>
      <p:sp>
        <p:nvSpPr>
          <p:cNvPr id="4" name="Freeform 5">
            <a:extLst>
              <a:ext uri="{FF2B5EF4-FFF2-40B4-BE49-F238E27FC236}">
                <a16:creationId xmlns:a16="http://schemas.microsoft.com/office/drawing/2014/main" id="{83F80ED4-EB7B-394D-C29E-898DB0D61D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8640" y="1127125"/>
            <a:ext cx="5442585"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54040" y="2425700"/>
            <a:ext cx="543718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39750" y="1849437"/>
            <a:ext cx="5443537"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Text Placeholder 15">
            <a:extLst>
              <a:ext uri="{FF2B5EF4-FFF2-40B4-BE49-F238E27FC236}">
                <a16:creationId xmlns:a16="http://schemas.microsoft.com/office/drawing/2014/main" id="{5B669A7D-69CE-BB47-EF24-4A29E2C3F4B3}"/>
              </a:ext>
            </a:extLst>
          </p:cNvPr>
          <p:cNvSpPr>
            <a:spLocks noGrp="1"/>
          </p:cNvSpPr>
          <p:nvPr>
            <p:ph type="body" sz="quarter" idx="22"/>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5915397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Dynamic Slices 1 / Ligh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B8ED52C6-CAF9-7CFB-3BBD-C28F1DD35377}"/>
              </a:ext>
            </a:extLst>
          </p:cNvPr>
          <p:cNvSpPr>
            <a:spLocks noGrp="1"/>
          </p:cNvSpPr>
          <p:nvPr>
            <p:ph type="title"/>
          </p:nvPr>
        </p:nvSpPr>
        <p:spPr>
          <a:xfrm>
            <a:off x="546893" y="548640"/>
            <a:ext cx="6858000" cy="438785"/>
          </a:xfrm>
        </p:spPr>
        <p:txBody>
          <a:bodyPr/>
          <a:lstStyle/>
          <a:p>
            <a:r>
              <a:rPr lang="en-US"/>
              <a:t>Click to edit Master title style</a:t>
            </a:r>
          </a:p>
        </p:txBody>
      </p:sp>
      <p:sp>
        <p:nvSpPr>
          <p:cNvPr id="2" name="Freeform 5">
            <a:extLst>
              <a:ext uri="{FF2B5EF4-FFF2-40B4-BE49-F238E27FC236}">
                <a16:creationId xmlns:a16="http://schemas.microsoft.com/office/drawing/2014/main" id="{C80AD849-5BBF-D879-E4D7-75E59F95492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C6506391-3DB1-9F32-7688-9823C2B43230}"/>
              </a:ext>
            </a:extLst>
          </p:cNvPr>
          <p:cNvSpPr>
            <a:spLocks noGrp="1"/>
          </p:cNvSpPr>
          <p:nvPr>
            <p:ph type="body" sz="quarter" idx="18"/>
          </p:nvPr>
        </p:nvSpPr>
        <p:spPr>
          <a:xfrm>
            <a:off x="548640" y="1127126"/>
            <a:ext cx="685800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5">
            <a:extLst>
              <a:ext uri="{FF2B5EF4-FFF2-40B4-BE49-F238E27FC236}">
                <a16:creationId xmlns:a16="http://schemas.microsoft.com/office/drawing/2014/main" id="{02974D94-9BEF-B148-C21F-FB42A3CC7E5D}"/>
              </a:ext>
            </a:extLst>
          </p:cNvPr>
          <p:cNvSpPr>
            <a:spLocks noGrp="1"/>
          </p:cNvSpPr>
          <p:nvPr>
            <p:ph sz="quarter" idx="23"/>
          </p:nvPr>
        </p:nvSpPr>
        <p:spPr>
          <a:xfrm>
            <a:off x="539750" y="1849438"/>
            <a:ext cx="685800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15">
            <a:extLst>
              <a:ext uri="{FF2B5EF4-FFF2-40B4-BE49-F238E27FC236}">
                <a16:creationId xmlns:a16="http://schemas.microsoft.com/office/drawing/2014/main" id="{C438E0F2-89E0-61DD-550F-F069817F0DE2}"/>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098293776"/>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893" y="548640"/>
            <a:ext cx="6858000" cy="438785"/>
          </a:xfrm>
        </p:spPr>
        <p:txBody>
          <a:bodyPr/>
          <a:lstStyle/>
          <a:p>
            <a:r>
              <a:rPr lang="en-US"/>
              <a:t>Click to edit Master title style</a:t>
            </a:r>
          </a:p>
        </p:txBody>
      </p:sp>
      <p:sp>
        <p:nvSpPr>
          <p:cNvPr id="4" name="Freeform 5">
            <a:extLst>
              <a:ext uri="{FF2B5EF4-FFF2-40B4-BE49-F238E27FC236}">
                <a16:creationId xmlns:a16="http://schemas.microsoft.com/office/drawing/2014/main" id="{90F57B56-D11B-9162-7023-12E809D6B10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8640" y="1127125"/>
            <a:ext cx="6850506"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54040" y="2425700"/>
            <a:ext cx="684371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0" name="Text Placeholder 15">
            <a:extLst>
              <a:ext uri="{FF2B5EF4-FFF2-40B4-BE49-F238E27FC236}">
                <a16:creationId xmlns:a16="http://schemas.microsoft.com/office/drawing/2014/main" id="{F3011ED7-2FA5-A2CC-0143-87CFD080458A}"/>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31418308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58001" cy="434975"/>
          </a:xfrm>
        </p:spPr>
        <p:txBody>
          <a:bodyPr/>
          <a:lstStyle>
            <a:lvl1pPr>
              <a:defRPr>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5800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39750" y="1849438"/>
            <a:ext cx="6858000"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15">
            <a:extLst>
              <a:ext uri="{FF2B5EF4-FFF2-40B4-BE49-F238E27FC236}">
                <a16:creationId xmlns:a16="http://schemas.microsoft.com/office/drawing/2014/main" id="{BC5FF953-703A-3FD1-8D0A-BA72B72EE3C2}"/>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632190542"/>
      </p:ext>
    </p:extLst>
  </p:cSld>
  <p:clrMapOvr>
    <a:overrideClrMapping bg1="dk1" tx1="lt1" bg2="dk2" tx2="lt2" accent1="accent1" accent2="accent2" accent3="accent3" accent4="accent4" accent5="accent5" accent6="accent6" hlink="hlink" folHlink="folHlink"/>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0F0F1"/>
          </a:solidFill>
          <a:ln w="0" cap="flat">
            <a:noFill/>
            <a:prstDash val="solid"/>
            <a:miter/>
          </a:ln>
        </p:spPr>
        <p:txBody>
          <a:bodyPr rtlCol="0" anchor="ctr"/>
          <a:lstStyle/>
          <a:p>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2" y="546100"/>
            <a:ext cx="6850857" cy="434976"/>
          </a:xfrm>
        </p:spPr>
        <p:txBody>
          <a:bodyPr/>
          <a:lstStyle>
            <a:lvl1pPr>
              <a:defRPr>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8640" y="1127125"/>
            <a:ext cx="6850506"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39750" y="2425700"/>
            <a:ext cx="6858000"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15">
            <a:extLst>
              <a:ext uri="{FF2B5EF4-FFF2-40B4-BE49-F238E27FC236}">
                <a16:creationId xmlns:a16="http://schemas.microsoft.com/office/drawing/2014/main" id="{A1303B3A-A54D-B843-B320-29BBF2089D97}"/>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071713044"/>
      </p:ext>
    </p:extLst>
  </p:cSld>
  <p:clrMapOvr>
    <a:overrideClrMapping bg1="dk1" tx1="lt1" bg2="dk2" tx2="lt2" accent1="accent1" accent2="accent2" accent3="accent3" accent4="accent4" accent5="accent5" accent6="accent6" hlink="hlink" folHlink="folHlink"/>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ynamic Slices 2 /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68ABB7-A9E2-D20B-3AAF-3946EA1DC42F}"/>
              </a:ext>
            </a:extLst>
          </p:cNvPr>
          <p:cNvSpPr/>
          <p:nvPr userDrawn="1"/>
        </p:nvSpPr>
        <p:spPr>
          <a:xfrm>
            <a:off x="8113776" y="1563624"/>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53752-4F82-48CC-A5A4-D9091E646322}"/>
              </a:ext>
            </a:extLst>
          </p:cNvPr>
          <p:cNvSpPr/>
          <p:nvPr userDrawn="1"/>
        </p:nvSpPr>
        <p:spPr>
          <a:xfrm>
            <a:off x="6085001" y="0"/>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892" y="548640"/>
            <a:ext cx="5444333" cy="438785"/>
          </a:xfrm>
        </p:spPr>
        <p:txBody>
          <a:bodyPr/>
          <a:lstStyle>
            <a:lvl1pPr>
              <a:defRPr>
                <a:solidFill>
                  <a:schemeClr val="tx2"/>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85204" y="0"/>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6" name="Picture Placeholder 9">
            <a:extLst>
              <a:ext uri="{FF2B5EF4-FFF2-40B4-BE49-F238E27FC236}">
                <a16:creationId xmlns:a16="http://schemas.microsoft.com/office/drawing/2014/main" id="{D3E5534D-668A-F3FA-3A87-AF2CA9556356}"/>
              </a:ext>
            </a:extLst>
          </p:cNvPr>
          <p:cNvSpPr>
            <a:spLocks noGrp="1"/>
          </p:cNvSpPr>
          <p:nvPr>
            <p:ph type="pic" sz="quarter" idx="14" hasCustomPrompt="1"/>
          </p:nvPr>
        </p:nvSpPr>
        <p:spPr>
          <a:xfrm>
            <a:off x="8114969" y="155842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4" name="Freeform 5">
            <a:extLst>
              <a:ext uri="{FF2B5EF4-FFF2-40B4-BE49-F238E27FC236}">
                <a16:creationId xmlns:a16="http://schemas.microsoft.com/office/drawing/2014/main" id="{75E3A3AB-C899-2F14-4772-F41275E7336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ECB37E7F-4E3C-E404-9DDD-59DE28C0077B}"/>
              </a:ext>
            </a:extLst>
          </p:cNvPr>
          <p:cNvSpPr>
            <a:spLocks noGrp="1"/>
          </p:cNvSpPr>
          <p:nvPr>
            <p:ph type="body" sz="quarter" idx="18"/>
          </p:nvPr>
        </p:nvSpPr>
        <p:spPr>
          <a:xfrm>
            <a:off x="548640" y="1127126"/>
            <a:ext cx="5442585"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C6AFCAE6-3A9A-0A39-AF9B-54D500EE9D1A}"/>
              </a:ext>
            </a:extLst>
          </p:cNvPr>
          <p:cNvSpPr>
            <a:spLocks noGrp="1"/>
          </p:cNvSpPr>
          <p:nvPr>
            <p:ph sz="quarter" idx="23"/>
          </p:nvPr>
        </p:nvSpPr>
        <p:spPr>
          <a:xfrm>
            <a:off x="539750" y="1849438"/>
            <a:ext cx="6858000"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15">
            <a:extLst>
              <a:ext uri="{FF2B5EF4-FFF2-40B4-BE49-F238E27FC236}">
                <a16:creationId xmlns:a16="http://schemas.microsoft.com/office/drawing/2014/main" id="{660BECD4-4E35-46D9-2E35-561FB4BBB61A}"/>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93972761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9EBBCE-FBAD-2B61-5345-E350D106951A}"/>
              </a:ext>
            </a:extLst>
          </p:cNvPr>
          <p:cNvSpPr/>
          <p:nvPr userDrawn="1"/>
        </p:nvSpPr>
        <p:spPr>
          <a:xfrm>
            <a:off x="8113776" y="1563624"/>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CB3EB17-3984-9A33-99B7-F36089B11417}"/>
              </a:ext>
            </a:extLst>
          </p:cNvPr>
          <p:cNvSpPr/>
          <p:nvPr userDrawn="1"/>
        </p:nvSpPr>
        <p:spPr>
          <a:xfrm>
            <a:off x="6085001" y="0"/>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85204" y="0"/>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892" y="548640"/>
            <a:ext cx="5440681" cy="438785"/>
          </a:xfrm>
        </p:spPr>
        <p:txBody>
          <a:bodyPr/>
          <a:lstStyle>
            <a:lvl1pPr>
              <a:defRPr>
                <a:solidFill>
                  <a:schemeClr val="tx2"/>
                </a:solidFill>
              </a:defRPr>
            </a:lvl1pPr>
          </a:lstStyle>
          <a:p>
            <a:r>
              <a:rPr lang="en-US"/>
              <a:t>Click to edit Master title style</a:t>
            </a:r>
          </a:p>
        </p:txBody>
      </p:sp>
      <p:sp>
        <p:nvSpPr>
          <p:cNvPr id="14" name="Picture Placeholder 9">
            <a:extLst>
              <a:ext uri="{FF2B5EF4-FFF2-40B4-BE49-F238E27FC236}">
                <a16:creationId xmlns:a16="http://schemas.microsoft.com/office/drawing/2014/main" id="{80A2D418-FB16-673F-812F-2CE9AC341296}"/>
              </a:ext>
            </a:extLst>
          </p:cNvPr>
          <p:cNvSpPr>
            <a:spLocks noGrp="1"/>
          </p:cNvSpPr>
          <p:nvPr>
            <p:ph type="pic" sz="quarter" idx="14" hasCustomPrompt="1"/>
          </p:nvPr>
        </p:nvSpPr>
        <p:spPr>
          <a:xfrm>
            <a:off x="8114969" y="155842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3" name="Freeform 5">
            <a:extLst>
              <a:ext uri="{FF2B5EF4-FFF2-40B4-BE49-F238E27FC236}">
                <a16:creationId xmlns:a16="http://schemas.microsoft.com/office/drawing/2014/main" id="{51A2B53C-6D02-BDF9-985B-07222E28EC1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8640" y="1127125"/>
            <a:ext cx="5442585"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4040" y="2425700"/>
            <a:ext cx="684371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2" name="Text Placeholder 15">
            <a:extLst>
              <a:ext uri="{FF2B5EF4-FFF2-40B4-BE49-F238E27FC236}">
                <a16:creationId xmlns:a16="http://schemas.microsoft.com/office/drawing/2014/main" id="{07F7E28C-2B72-900A-CC18-A958781A7C57}"/>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04439440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ynamic Slices 2 / Dark">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1553B4-8CCC-CB03-044B-392150179802}"/>
              </a:ext>
            </a:extLst>
          </p:cNvPr>
          <p:cNvSpPr/>
          <p:nvPr userDrawn="1"/>
        </p:nvSpPr>
        <p:spPr>
          <a:xfrm>
            <a:off x="8113776" y="1563624"/>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9598BC8-E335-5B2E-56A4-EFDB98509768}"/>
              </a:ext>
            </a:extLst>
          </p:cNvPr>
          <p:cNvSpPr/>
          <p:nvPr userDrawn="1"/>
        </p:nvSpPr>
        <p:spPr>
          <a:xfrm>
            <a:off x="6085001" y="0"/>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5" name="Title 4">
            <a:extLst>
              <a:ext uri="{FF2B5EF4-FFF2-40B4-BE49-F238E27FC236}">
                <a16:creationId xmlns:a16="http://schemas.microsoft.com/office/drawing/2014/main" id="{239C2D3C-EE71-F9D5-90F0-145F2DCE4065}"/>
              </a:ext>
            </a:extLst>
          </p:cNvPr>
          <p:cNvSpPr>
            <a:spLocks noGrp="1"/>
          </p:cNvSpPr>
          <p:nvPr>
            <p:ph type="title"/>
          </p:nvPr>
        </p:nvSpPr>
        <p:spPr>
          <a:xfrm>
            <a:off x="546892" y="548640"/>
            <a:ext cx="5444333" cy="438785"/>
          </a:xfrm>
        </p:spPr>
        <p:txBody>
          <a:bodyPr/>
          <a:lstStyle>
            <a:lvl1pPr>
              <a:defRPr>
                <a:solidFill>
                  <a:schemeClr val="accent1"/>
                </a:solidFill>
              </a:defRPr>
            </a:lvl1pPr>
          </a:lstStyle>
          <a:p>
            <a:r>
              <a:rPr lang="en-US"/>
              <a:t>Click to edit Master title style</a:t>
            </a:r>
          </a:p>
        </p:txBody>
      </p:sp>
      <p:sp>
        <p:nvSpPr>
          <p:cNvPr id="12" name="Picture Placeholder 9">
            <a:extLst>
              <a:ext uri="{FF2B5EF4-FFF2-40B4-BE49-F238E27FC236}">
                <a16:creationId xmlns:a16="http://schemas.microsoft.com/office/drawing/2014/main" id="{44C754A0-D8DE-596F-C5FB-AB25D5782CCF}"/>
              </a:ext>
            </a:extLst>
          </p:cNvPr>
          <p:cNvSpPr>
            <a:spLocks noGrp="1"/>
          </p:cNvSpPr>
          <p:nvPr>
            <p:ph type="pic" sz="quarter" idx="13" hasCustomPrompt="1"/>
          </p:nvPr>
        </p:nvSpPr>
        <p:spPr>
          <a:xfrm>
            <a:off x="6085204" y="0"/>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6" name="Picture Placeholder 9">
            <a:extLst>
              <a:ext uri="{FF2B5EF4-FFF2-40B4-BE49-F238E27FC236}">
                <a16:creationId xmlns:a16="http://schemas.microsoft.com/office/drawing/2014/main" id="{5037974E-F1B0-FE07-458A-5EBB10A6FBE8}"/>
              </a:ext>
            </a:extLst>
          </p:cNvPr>
          <p:cNvSpPr>
            <a:spLocks noGrp="1"/>
          </p:cNvSpPr>
          <p:nvPr>
            <p:ph type="pic" sz="quarter" idx="14" hasCustomPrompt="1"/>
          </p:nvPr>
        </p:nvSpPr>
        <p:spPr>
          <a:xfrm>
            <a:off x="8114969" y="155842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22" name="Text Placeholder 11">
            <a:extLst>
              <a:ext uri="{FF2B5EF4-FFF2-40B4-BE49-F238E27FC236}">
                <a16:creationId xmlns:a16="http://schemas.microsoft.com/office/drawing/2014/main" id="{A09E7A87-B133-8C2E-3361-C82516967FAB}"/>
              </a:ext>
            </a:extLst>
          </p:cNvPr>
          <p:cNvSpPr>
            <a:spLocks noGrp="1"/>
          </p:cNvSpPr>
          <p:nvPr>
            <p:ph type="body" sz="quarter" idx="18"/>
          </p:nvPr>
        </p:nvSpPr>
        <p:spPr>
          <a:xfrm>
            <a:off x="548640" y="1127126"/>
            <a:ext cx="5442585"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0128354-9047-7350-5416-848442CCD831}"/>
              </a:ext>
            </a:extLst>
          </p:cNvPr>
          <p:cNvSpPr>
            <a:spLocks noGrp="1"/>
          </p:cNvSpPr>
          <p:nvPr>
            <p:ph sz="quarter" idx="23"/>
          </p:nvPr>
        </p:nvSpPr>
        <p:spPr>
          <a:xfrm>
            <a:off x="539750" y="1849438"/>
            <a:ext cx="6858000" cy="401796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8">
            <a:extLst>
              <a:ext uri="{FF2B5EF4-FFF2-40B4-BE49-F238E27FC236}">
                <a16:creationId xmlns:a16="http://schemas.microsoft.com/office/drawing/2014/main" id="{9139C108-1E83-5601-1F3A-6C5525CC57EA}"/>
              </a:ext>
            </a:extLst>
          </p:cNvPr>
          <p:cNvSpPr txBox="1">
            <a:spLocks/>
          </p:cNvSpPr>
          <p:nvPr userDrawn="1"/>
        </p:nvSpPr>
        <p:spPr>
          <a:xfrm>
            <a:off x="10428288" y="6311900"/>
            <a:ext cx="1209674" cy="269875"/>
          </a:xfrm>
          <a:prstGeom prst="rect">
            <a:avLst/>
          </a:prstGeom>
        </p:spPr>
        <p:txBody>
          <a:bodyPr vert="horz" lIns="0" tIns="0" rIns="0" bIns="0" rtlCol="0" anchor="b" anchorCtr="0"/>
          <a:lstStyle>
            <a:defPPr>
              <a:defRPr lang="en-US"/>
            </a:defPPr>
            <a:lvl1pPr marL="0" algn="r" defTabSz="914400" rtl="0" eaLnBrk="1" latinLnBrk="0" hangingPunct="1">
              <a:defRPr sz="1000" b="0" i="0" kern="1200">
                <a:solidFill>
                  <a:schemeClr val="bg1"/>
                </a:solidFill>
                <a:latin typeface="+mn-lt"/>
                <a:ea typeface="GT America Regular" pitchFamily="2" charset="77"/>
                <a:cs typeface="GT America Regular" pitchFamily="2" charset="77"/>
              </a:defRPr>
            </a:lvl1pPr>
            <a:lvl2pPr marL="0" indent="0" algn="r" defTabSz="914400" rtl="0" eaLnBrk="1" latinLnBrk="0" hangingPunct="1">
              <a:defRPr sz="1000" kern="1200">
                <a:solidFill>
                  <a:schemeClr val="tx1"/>
                </a:solidFill>
                <a:latin typeface="+mn-lt"/>
                <a:ea typeface="+mn-ea"/>
                <a:cs typeface="+mn-cs"/>
              </a:defRPr>
            </a:lvl2pPr>
            <a:lvl3pPr marL="0" indent="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a:lstStyle>
          <a:p>
            <a:fld id="{862A5111-985B-C14D-9115-5787026182A8}" type="slidenum">
              <a:rPr lang="en-US" smtClean="0"/>
              <a:pPr/>
              <a:t>‹#›</a:t>
            </a:fld>
            <a:endParaRPr lang="en-US"/>
          </a:p>
        </p:txBody>
      </p:sp>
      <p:sp>
        <p:nvSpPr>
          <p:cNvPr id="25" name="Text Placeholder 15">
            <a:extLst>
              <a:ext uri="{FF2B5EF4-FFF2-40B4-BE49-F238E27FC236}">
                <a16:creationId xmlns:a16="http://schemas.microsoft.com/office/drawing/2014/main" id="{F8A1018A-D222-EA51-ED6A-3AAAFEFEA139}"/>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58111810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7CC79-BBC9-7381-568F-6C1B92898FE4}"/>
              </a:ext>
            </a:extLst>
          </p:cNvPr>
          <p:cNvSpPr/>
          <p:nvPr userDrawn="1"/>
        </p:nvSpPr>
        <p:spPr>
          <a:xfrm>
            <a:off x="6095797" y="0"/>
            <a:ext cx="2029968" cy="15636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708E4E0-FC4D-137A-5DC3-89C6DB8688C3}"/>
              </a:ext>
            </a:extLst>
          </p:cNvPr>
          <p:cNvSpPr/>
          <p:nvPr userDrawn="1"/>
        </p:nvSpPr>
        <p:spPr>
          <a:xfrm>
            <a:off x="8113776" y="1563624"/>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773613" y="6311900"/>
            <a:ext cx="3236581" cy="269875"/>
          </a:xfrm>
        </p:spPr>
        <p:txBody>
          <a:bodyPr/>
          <a:lstStyle>
            <a:lvl1pPr>
              <a:defRPr>
                <a:solidFill>
                  <a:schemeClr val="bg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892" y="548640"/>
            <a:ext cx="5440681" cy="438785"/>
          </a:xfrm>
        </p:spPr>
        <p:txBody>
          <a:bodyPr/>
          <a:lstStyle>
            <a:lvl1pPr>
              <a:defRPr>
                <a:solidFill>
                  <a:schemeClr val="accent1"/>
                </a:solidFill>
              </a:defRPr>
            </a:lvl1pPr>
          </a:lstStyle>
          <a:p>
            <a:r>
              <a:rPr lang="en-US"/>
              <a:t>Click to edit Master title style</a:t>
            </a:r>
          </a:p>
        </p:txBody>
      </p:sp>
      <p:sp>
        <p:nvSpPr>
          <p:cNvPr id="14" name="Picture Placeholder 9">
            <a:extLst>
              <a:ext uri="{FF2B5EF4-FFF2-40B4-BE49-F238E27FC236}">
                <a16:creationId xmlns:a16="http://schemas.microsoft.com/office/drawing/2014/main" id="{FA21F1F7-4DDB-2DDC-98D5-C10EBFDF26ED}"/>
              </a:ext>
            </a:extLst>
          </p:cNvPr>
          <p:cNvSpPr>
            <a:spLocks noGrp="1"/>
          </p:cNvSpPr>
          <p:nvPr>
            <p:ph type="pic" sz="quarter" idx="14" hasCustomPrompt="1"/>
          </p:nvPr>
        </p:nvSpPr>
        <p:spPr>
          <a:xfrm>
            <a:off x="8114969" y="155842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8640" y="1127125"/>
            <a:ext cx="5442585"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39750" y="2425700"/>
            <a:ext cx="685800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8">
            <a:extLst>
              <a:ext uri="{FF2B5EF4-FFF2-40B4-BE49-F238E27FC236}">
                <a16:creationId xmlns:a16="http://schemas.microsoft.com/office/drawing/2014/main" id="{31BC5791-008B-A5EF-CEAB-3BA8FDC7790A}"/>
              </a:ext>
            </a:extLst>
          </p:cNvPr>
          <p:cNvSpPr txBox="1">
            <a:spLocks/>
          </p:cNvSpPr>
          <p:nvPr userDrawn="1"/>
        </p:nvSpPr>
        <p:spPr>
          <a:xfrm>
            <a:off x="10428288" y="6311900"/>
            <a:ext cx="1209674" cy="269875"/>
          </a:xfrm>
          <a:prstGeom prst="rect">
            <a:avLst/>
          </a:prstGeom>
        </p:spPr>
        <p:txBody>
          <a:bodyPr vert="horz" lIns="0" tIns="0" rIns="0" bIns="0" rtlCol="0" anchor="b" anchorCtr="0"/>
          <a:lstStyle>
            <a:defPPr>
              <a:defRPr lang="en-US"/>
            </a:defPPr>
            <a:lvl1pPr marL="0" algn="r" defTabSz="914400" rtl="0" eaLnBrk="1" latinLnBrk="0" hangingPunct="1">
              <a:defRPr sz="1000" b="0" i="0" kern="1200">
                <a:solidFill>
                  <a:schemeClr val="bg1"/>
                </a:solidFill>
                <a:latin typeface="+mn-lt"/>
                <a:ea typeface="GT America Regular" pitchFamily="2" charset="77"/>
                <a:cs typeface="GT America Regular" pitchFamily="2" charset="77"/>
              </a:defRPr>
            </a:lvl1pPr>
            <a:lvl2pPr marL="0" indent="0" algn="r" defTabSz="914400" rtl="0" eaLnBrk="1" latinLnBrk="0" hangingPunct="1">
              <a:defRPr sz="1000" kern="1200">
                <a:solidFill>
                  <a:schemeClr val="tx1"/>
                </a:solidFill>
                <a:latin typeface="+mn-lt"/>
                <a:ea typeface="+mn-ea"/>
                <a:cs typeface="+mn-cs"/>
              </a:defRPr>
            </a:lvl2pPr>
            <a:lvl3pPr marL="0" indent="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a:lstStyle>
          <a:p>
            <a:fld id="{862A5111-985B-C14D-9115-5787026182A8}" type="slidenum">
              <a:rPr lang="en-US" smtClean="0"/>
              <a:pPr/>
              <a:t>‹#›</a:t>
            </a:fld>
            <a:endParaRPr lang="en-US"/>
          </a:p>
        </p:txBody>
      </p:sp>
      <p:sp>
        <p:nvSpPr>
          <p:cNvPr id="23" name="Text Placeholder 15">
            <a:extLst>
              <a:ext uri="{FF2B5EF4-FFF2-40B4-BE49-F238E27FC236}">
                <a16:creationId xmlns:a16="http://schemas.microsoft.com/office/drawing/2014/main" id="{C8280D4A-2EC2-263F-601E-32F8C7A9566A}"/>
              </a:ext>
            </a:extLst>
          </p:cNvPr>
          <p:cNvSpPr>
            <a:spLocks noGrp="1"/>
          </p:cNvSpPr>
          <p:nvPr>
            <p:ph type="body" sz="quarter" idx="22"/>
          </p:nvPr>
        </p:nvSpPr>
        <p:spPr>
          <a:xfrm>
            <a:off x="546099" y="6019800"/>
            <a:ext cx="6858000"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690698694"/>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ynamic Slices 3 /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1560C6-D394-E74E-0BE6-76E19CDBB905}"/>
              </a:ext>
            </a:extLst>
          </p:cNvPr>
          <p:cNvSpPr/>
          <p:nvPr userDrawn="1"/>
        </p:nvSpPr>
        <p:spPr>
          <a:xfrm>
            <a:off x="8113776" y="0"/>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0E4071B-E908-6A0B-57EE-CB601B2E40B6}"/>
              </a:ext>
            </a:extLst>
          </p:cNvPr>
          <p:cNvSpPr/>
          <p:nvPr userDrawn="1"/>
        </p:nvSpPr>
        <p:spPr>
          <a:xfrm>
            <a:off x="6090399" y="5294376"/>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6892" y="548640"/>
            <a:ext cx="6850857" cy="438785"/>
          </a:xfrm>
        </p:spPr>
        <p:txBody>
          <a:bodyPr/>
          <a:lstStyle>
            <a:lvl1pPr>
              <a:defRPr>
                <a:solidFill>
                  <a:schemeClr val="tx2"/>
                </a:solidFill>
              </a:defRPr>
            </a:lvl1pPr>
          </a:lstStyle>
          <a:p>
            <a:r>
              <a:rPr lang="en-US"/>
              <a:t>Click to edit Master title style</a:t>
            </a:r>
          </a:p>
        </p:txBody>
      </p:sp>
      <p:sp>
        <p:nvSpPr>
          <p:cNvPr id="10" name="Picture Placeholder 9">
            <a:extLst>
              <a:ext uri="{FF2B5EF4-FFF2-40B4-BE49-F238E27FC236}">
                <a16:creationId xmlns:a16="http://schemas.microsoft.com/office/drawing/2014/main" id="{28364535-ED1A-CBB0-F2E7-B24E32C753E0}"/>
              </a:ext>
            </a:extLst>
          </p:cNvPr>
          <p:cNvSpPr>
            <a:spLocks noGrp="1"/>
          </p:cNvSpPr>
          <p:nvPr>
            <p:ph type="pic" sz="quarter" idx="13" hasCustomPrompt="1"/>
          </p:nvPr>
        </p:nvSpPr>
        <p:spPr>
          <a:xfrm>
            <a:off x="6090501" y="5294376"/>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11" name="Picture Placeholder 9">
            <a:extLst>
              <a:ext uri="{FF2B5EF4-FFF2-40B4-BE49-F238E27FC236}">
                <a16:creationId xmlns:a16="http://schemas.microsoft.com/office/drawing/2014/main" id="{1C6115BF-685A-3300-00C5-D1B17EF74B9C}"/>
              </a:ext>
            </a:extLst>
          </p:cNvPr>
          <p:cNvSpPr>
            <a:spLocks noGrp="1"/>
          </p:cNvSpPr>
          <p:nvPr>
            <p:ph type="pic" sz="quarter" idx="14" hasCustomPrompt="1"/>
          </p:nvPr>
        </p:nvSpPr>
        <p:spPr>
          <a:xfrm>
            <a:off x="8114969" y="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4" name="Freeform 5">
            <a:extLst>
              <a:ext uri="{FF2B5EF4-FFF2-40B4-BE49-F238E27FC236}">
                <a16:creationId xmlns:a16="http://schemas.microsoft.com/office/drawing/2014/main" id="{ABBE180D-A7A0-4B00-05DE-E5D0B28305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1">
            <a:extLst>
              <a:ext uri="{FF2B5EF4-FFF2-40B4-BE49-F238E27FC236}">
                <a16:creationId xmlns:a16="http://schemas.microsoft.com/office/drawing/2014/main" id="{9E4B5CA9-B99A-587A-7D0F-4D043F1DC21F}"/>
              </a:ext>
            </a:extLst>
          </p:cNvPr>
          <p:cNvSpPr>
            <a:spLocks noGrp="1"/>
          </p:cNvSpPr>
          <p:nvPr>
            <p:ph type="body" sz="quarter" idx="18"/>
          </p:nvPr>
        </p:nvSpPr>
        <p:spPr>
          <a:xfrm>
            <a:off x="548640" y="1127126"/>
            <a:ext cx="685800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5">
            <a:extLst>
              <a:ext uri="{FF2B5EF4-FFF2-40B4-BE49-F238E27FC236}">
                <a16:creationId xmlns:a16="http://schemas.microsoft.com/office/drawing/2014/main" id="{A2A7940A-1484-5578-4B6A-6E74DB89CA57}"/>
              </a:ext>
            </a:extLst>
          </p:cNvPr>
          <p:cNvSpPr>
            <a:spLocks noGrp="1"/>
          </p:cNvSpPr>
          <p:nvPr>
            <p:ph sz="quarter" idx="23"/>
          </p:nvPr>
        </p:nvSpPr>
        <p:spPr>
          <a:xfrm>
            <a:off x="539750" y="1849438"/>
            <a:ext cx="6858000" cy="330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15">
            <a:extLst>
              <a:ext uri="{FF2B5EF4-FFF2-40B4-BE49-F238E27FC236}">
                <a16:creationId xmlns:a16="http://schemas.microsoft.com/office/drawing/2014/main" id="{03115363-66EA-BE48-E263-D20A7C610184}"/>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20348839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F36C70B-4373-0F86-3D9E-F60142B60605}"/>
              </a:ext>
            </a:extLst>
          </p:cNvPr>
          <p:cNvSpPr/>
          <p:nvPr userDrawn="1"/>
        </p:nvSpPr>
        <p:spPr>
          <a:xfrm>
            <a:off x="8113776" y="0"/>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892" y="548640"/>
            <a:ext cx="6850857" cy="438785"/>
          </a:xfrm>
        </p:spPr>
        <p:txBody>
          <a:bodyPr/>
          <a:lstStyle>
            <a:lvl1pPr>
              <a:defRPr>
                <a:solidFill>
                  <a:schemeClr val="tx2"/>
                </a:solidFill>
              </a:defRPr>
            </a:lvl1pPr>
          </a:lstStyle>
          <a:p>
            <a:r>
              <a:rPr lang="en-US"/>
              <a:t>Click to edit Master title style</a:t>
            </a:r>
          </a:p>
        </p:txBody>
      </p:sp>
      <p:sp>
        <p:nvSpPr>
          <p:cNvPr id="11" name="Picture Placeholder 9">
            <a:extLst>
              <a:ext uri="{FF2B5EF4-FFF2-40B4-BE49-F238E27FC236}">
                <a16:creationId xmlns:a16="http://schemas.microsoft.com/office/drawing/2014/main" id="{F3E5B77A-7942-4220-53BC-F19FD3A4D8CD}"/>
              </a:ext>
            </a:extLst>
          </p:cNvPr>
          <p:cNvSpPr>
            <a:spLocks noGrp="1"/>
          </p:cNvSpPr>
          <p:nvPr>
            <p:ph type="pic" sz="quarter" idx="14" hasCustomPrompt="1"/>
          </p:nvPr>
        </p:nvSpPr>
        <p:spPr>
          <a:xfrm>
            <a:off x="8113776" y="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4" name="Freeform 5">
            <a:extLst>
              <a:ext uri="{FF2B5EF4-FFF2-40B4-BE49-F238E27FC236}">
                <a16:creationId xmlns:a16="http://schemas.microsoft.com/office/drawing/2014/main" id="{3A949BFE-ECBB-4316-6710-3684B89FF00C}"/>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8640" y="1127125"/>
            <a:ext cx="6862264"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54040" y="2425700"/>
            <a:ext cx="684371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1" name="Rectangle 40">
            <a:extLst>
              <a:ext uri="{FF2B5EF4-FFF2-40B4-BE49-F238E27FC236}">
                <a16:creationId xmlns:a16="http://schemas.microsoft.com/office/drawing/2014/main" id="{31BE207F-E11B-B38B-2F7D-9AC70612F93C}"/>
              </a:ext>
            </a:extLst>
          </p:cNvPr>
          <p:cNvSpPr/>
          <p:nvPr userDrawn="1"/>
        </p:nvSpPr>
        <p:spPr>
          <a:xfrm>
            <a:off x="6090399" y="5294376"/>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icture Placeholder 9">
            <a:extLst>
              <a:ext uri="{FF2B5EF4-FFF2-40B4-BE49-F238E27FC236}">
                <a16:creationId xmlns:a16="http://schemas.microsoft.com/office/drawing/2014/main" id="{7E97FCB5-1CAE-0D2E-2E47-A6BCEEEE0A79}"/>
              </a:ext>
            </a:extLst>
          </p:cNvPr>
          <p:cNvSpPr>
            <a:spLocks noGrp="1"/>
          </p:cNvSpPr>
          <p:nvPr>
            <p:ph type="pic" sz="quarter" idx="13" hasCustomPrompt="1"/>
          </p:nvPr>
        </p:nvSpPr>
        <p:spPr>
          <a:xfrm>
            <a:off x="6090501" y="5294376"/>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5" name="Text Placeholder 15">
            <a:extLst>
              <a:ext uri="{FF2B5EF4-FFF2-40B4-BE49-F238E27FC236}">
                <a16:creationId xmlns:a16="http://schemas.microsoft.com/office/drawing/2014/main" id="{62A55DF4-054C-37EB-D449-FD754D0C65D5}"/>
              </a:ext>
            </a:extLst>
          </p:cNvPr>
          <p:cNvSpPr>
            <a:spLocks noGrp="1"/>
          </p:cNvSpPr>
          <p:nvPr>
            <p:ph type="body" sz="quarter" idx="22"/>
          </p:nvPr>
        </p:nvSpPr>
        <p:spPr>
          <a:xfrm>
            <a:off x="546100" y="6019800"/>
            <a:ext cx="533979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8391461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ynamic Slices 3 / Dark">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48456D8-DF4A-8A47-6602-0F5AE421CF6C}"/>
              </a:ext>
            </a:extLst>
          </p:cNvPr>
          <p:cNvSpPr/>
          <p:nvPr userDrawn="1"/>
        </p:nvSpPr>
        <p:spPr>
          <a:xfrm>
            <a:off x="8113776" y="0"/>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DC8B780F-A068-964A-78C1-26D461FDD8F3}"/>
              </a:ext>
            </a:extLst>
          </p:cNvPr>
          <p:cNvSpPr>
            <a:spLocks noGrp="1"/>
          </p:cNvSpPr>
          <p:nvPr>
            <p:ph type="title"/>
          </p:nvPr>
        </p:nvSpPr>
        <p:spPr>
          <a:xfrm>
            <a:off x="546893" y="548640"/>
            <a:ext cx="5444332" cy="438785"/>
          </a:xfrm>
        </p:spPr>
        <p:txBody>
          <a:bodyPr/>
          <a:lstStyle>
            <a:lvl1pPr>
              <a:defRPr>
                <a:solidFill>
                  <a:schemeClr val="accent1"/>
                </a:solidFill>
              </a:defRPr>
            </a:lvl1pPr>
          </a:lstStyle>
          <a:p>
            <a:r>
              <a:rPr lang="en-US"/>
              <a:t>Click to edit Master title style</a:t>
            </a:r>
          </a:p>
        </p:txBody>
      </p:sp>
      <p:sp>
        <p:nvSpPr>
          <p:cNvPr id="11" name="Picture Placeholder 9">
            <a:extLst>
              <a:ext uri="{FF2B5EF4-FFF2-40B4-BE49-F238E27FC236}">
                <a16:creationId xmlns:a16="http://schemas.microsoft.com/office/drawing/2014/main" id="{4C2E2986-A33C-518C-3DD3-E42977353286}"/>
              </a:ext>
            </a:extLst>
          </p:cNvPr>
          <p:cNvSpPr>
            <a:spLocks noGrp="1"/>
          </p:cNvSpPr>
          <p:nvPr>
            <p:ph type="pic" sz="quarter" idx="14" hasCustomPrompt="1"/>
          </p:nvPr>
        </p:nvSpPr>
        <p:spPr>
          <a:xfrm>
            <a:off x="8114969" y="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5" name="Text Placeholder 11">
            <a:extLst>
              <a:ext uri="{FF2B5EF4-FFF2-40B4-BE49-F238E27FC236}">
                <a16:creationId xmlns:a16="http://schemas.microsoft.com/office/drawing/2014/main" id="{E8E7A520-8D19-1EB7-4C7B-61AA51ACCF7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6" name="Content Placeholder 25">
            <a:extLst>
              <a:ext uri="{FF2B5EF4-FFF2-40B4-BE49-F238E27FC236}">
                <a16:creationId xmlns:a16="http://schemas.microsoft.com/office/drawing/2014/main" id="{28AF4221-65CA-B054-F531-6DBCC5DE6AC0}"/>
              </a:ext>
            </a:extLst>
          </p:cNvPr>
          <p:cNvSpPr>
            <a:spLocks noGrp="1"/>
          </p:cNvSpPr>
          <p:nvPr>
            <p:ph sz="quarter" idx="23"/>
          </p:nvPr>
        </p:nvSpPr>
        <p:spPr>
          <a:xfrm>
            <a:off x="539750" y="1849438"/>
            <a:ext cx="6858000" cy="33020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8">
            <a:extLst>
              <a:ext uri="{FF2B5EF4-FFF2-40B4-BE49-F238E27FC236}">
                <a16:creationId xmlns:a16="http://schemas.microsoft.com/office/drawing/2014/main" id="{98C069E9-C1BC-AEA8-440C-0C73B4863144}"/>
              </a:ext>
            </a:extLst>
          </p:cNvPr>
          <p:cNvSpPr txBox="1">
            <a:spLocks/>
          </p:cNvSpPr>
          <p:nvPr userDrawn="1"/>
        </p:nvSpPr>
        <p:spPr>
          <a:xfrm>
            <a:off x="10428288" y="6311900"/>
            <a:ext cx="1209674" cy="269875"/>
          </a:xfrm>
          <a:prstGeom prst="rect">
            <a:avLst/>
          </a:prstGeom>
        </p:spPr>
        <p:txBody>
          <a:bodyPr vert="horz" lIns="0" tIns="0" rIns="0" bIns="0" rtlCol="0" anchor="b" anchorCtr="0"/>
          <a:lstStyle>
            <a:defPPr>
              <a:defRPr lang="en-US"/>
            </a:defPPr>
            <a:lvl1pPr marL="0" algn="r" defTabSz="914400" rtl="0" eaLnBrk="1" latinLnBrk="0" hangingPunct="1">
              <a:defRPr sz="1000" b="0" i="0" kern="1200">
                <a:solidFill>
                  <a:schemeClr val="bg1"/>
                </a:solidFill>
                <a:latin typeface="+mn-lt"/>
                <a:ea typeface="GT America Regular" pitchFamily="2" charset="77"/>
                <a:cs typeface="GT America Regular" pitchFamily="2" charset="77"/>
              </a:defRPr>
            </a:lvl1pPr>
            <a:lvl2pPr marL="0" indent="0" algn="r" defTabSz="914400" rtl="0" eaLnBrk="1" latinLnBrk="0" hangingPunct="1">
              <a:defRPr sz="1000" kern="1200">
                <a:solidFill>
                  <a:schemeClr val="tx1"/>
                </a:solidFill>
                <a:latin typeface="+mn-lt"/>
                <a:ea typeface="+mn-ea"/>
                <a:cs typeface="+mn-cs"/>
              </a:defRPr>
            </a:lvl2pPr>
            <a:lvl3pPr marL="0" indent="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a:lstStyle>
          <a:p>
            <a:fld id="{862A5111-985B-C14D-9115-5787026182A8}" type="slidenum">
              <a:rPr lang="en-US" smtClean="0"/>
              <a:pPr/>
              <a:t>‹#›</a:t>
            </a:fld>
            <a:endParaRPr lang="en-US"/>
          </a:p>
        </p:txBody>
      </p:sp>
      <p:sp>
        <p:nvSpPr>
          <p:cNvPr id="41" name="Rectangle 40">
            <a:extLst>
              <a:ext uri="{FF2B5EF4-FFF2-40B4-BE49-F238E27FC236}">
                <a16:creationId xmlns:a16="http://schemas.microsoft.com/office/drawing/2014/main" id="{847D181F-5420-AC3B-E738-AD38D5DCC415}"/>
              </a:ext>
            </a:extLst>
          </p:cNvPr>
          <p:cNvSpPr/>
          <p:nvPr userDrawn="1"/>
        </p:nvSpPr>
        <p:spPr>
          <a:xfrm>
            <a:off x="6090399" y="5294376"/>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icture Placeholder 9">
            <a:extLst>
              <a:ext uri="{FF2B5EF4-FFF2-40B4-BE49-F238E27FC236}">
                <a16:creationId xmlns:a16="http://schemas.microsoft.com/office/drawing/2014/main" id="{72911BEF-B569-A043-5624-E354BCA0C4A6}"/>
              </a:ext>
            </a:extLst>
          </p:cNvPr>
          <p:cNvSpPr>
            <a:spLocks noGrp="1"/>
          </p:cNvSpPr>
          <p:nvPr>
            <p:ph type="pic" sz="quarter" idx="13" hasCustomPrompt="1"/>
          </p:nvPr>
        </p:nvSpPr>
        <p:spPr>
          <a:xfrm>
            <a:off x="6090501" y="5294376"/>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43" name="Text Placeholder 15">
            <a:extLst>
              <a:ext uri="{FF2B5EF4-FFF2-40B4-BE49-F238E27FC236}">
                <a16:creationId xmlns:a16="http://schemas.microsoft.com/office/drawing/2014/main" id="{20F59C5A-CCB6-D14F-B44F-8CC3DDC12D89}"/>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90279219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7DE474-756B-CE7F-0664-C98D1B4C619C}"/>
              </a:ext>
            </a:extLst>
          </p:cNvPr>
          <p:cNvSpPr/>
          <p:nvPr userDrawn="1"/>
        </p:nvSpPr>
        <p:spPr>
          <a:xfrm>
            <a:off x="8113776" y="0"/>
            <a:ext cx="4078224" cy="529437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893" y="548640"/>
            <a:ext cx="5433538" cy="438785"/>
          </a:xfrm>
        </p:spPr>
        <p:txBody>
          <a:bodyPr/>
          <a:lstStyle>
            <a:lvl1pPr>
              <a:defRPr>
                <a:solidFill>
                  <a:schemeClr val="accent1"/>
                </a:solidFill>
              </a:defRPr>
            </a:lvl1pPr>
          </a:lstStyle>
          <a:p>
            <a:r>
              <a:rPr lang="en-US"/>
              <a:t>Click to edit Master title style</a:t>
            </a:r>
          </a:p>
        </p:txBody>
      </p:sp>
      <p:sp>
        <p:nvSpPr>
          <p:cNvPr id="11" name="Picture Placeholder 9">
            <a:extLst>
              <a:ext uri="{FF2B5EF4-FFF2-40B4-BE49-F238E27FC236}">
                <a16:creationId xmlns:a16="http://schemas.microsoft.com/office/drawing/2014/main" id="{66B62237-E5DA-E78B-A643-9030275DB023}"/>
              </a:ext>
            </a:extLst>
          </p:cNvPr>
          <p:cNvSpPr>
            <a:spLocks noGrp="1"/>
          </p:cNvSpPr>
          <p:nvPr>
            <p:ph type="pic" sz="quarter" idx="14" hasCustomPrompt="1"/>
          </p:nvPr>
        </p:nvSpPr>
        <p:spPr>
          <a:xfrm>
            <a:off x="8114969" y="0"/>
            <a:ext cx="4077031" cy="5291136"/>
          </a:xfrm>
          <a:noFill/>
        </p:spPr>
        <p:txBody>
          <a:bodyPr lIns="548640" tIns="548640" rIns="548640" bIns="548640" anchor="ctr"/>
          <a:lstStyle>
            <a:lvl1pPr marL="0" indent="0" algn="l">
              <a:buFont typeface="Arial" panose="020B0604020202020204" pitchFamily="34" charset="0"/>
              <a:buNone/>
              <a:defRPr sz="3600" b="0">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8640" y="1127125"/>
            <a:ext cx="6851704" cy="292608"/>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39750" y="1849437"/>
            <a:ext cx="6851704" cy="296861"/>
          </a:xfrm>
        </p:spPr>
        <p:txBody>
          <a:bodyPr>
            <a:noAutofit/>
          </a:bodyPr>
          <a:lstStyle>
            <a:lvl1pPr marL="0" indent="0" algn="l" defTabSz="914400" rtl="0" eaLnBrk="1" latinLnBrk="0" hangingPunct="1">
              <a:lnSpc>
                <a:spcPct val="101000"/>
              </a:lnSpc>
              <a:spcBef>
                <a:spcPts val="0"/>
              </a:spcBef>
              <a:spcAft>
                <a:spcPts val="600"/>
              </a:spcAft>
              <a:buNone/>
              <a:defRPr lang="en-US" sz="20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39750" y="2425700"/>
            <a:ext cx="6858000"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8">
            <a:extLst>
              <a:ext uri="{FF2B5EF4-FFF2-40B4-BE49-F238E27FC236}">
                <a16:creationId xmlns:a16="http://schemas.microsoft.com/office/drawing/2014/main" id="{E9D78817-B781-C66B-0668-64ECDF54A842}"/>
              </a:ext>
            </a:extLst>
          </p:cNvPr>
          <p:cNvSpPr txBox="1">
            <a:spLocks/>
          </p:cNvSpPr>
          <p:nvPr userDrawn="1"/>
        </p:nvSpPr>
        <p:spPr>
          <a:xfrm>
            <a:off x="10428288" y="6311900"/>
            <a:ext cx="1209674" cy="269875"/>
          </a:xfrm>
          <a:prstGeom prst="rect">
            <a:avLst/>
          </a:prstGeom>
        </p:spPr>
        <p:txBody>
          <a:bodyPr vert="horz" lIns="0" tIns="0" rIns="0" bIns="0" rtlCol="0" anchor="b" anchorCtr="0"/>
          <a:lstStyle>
            <a:defPPr>
              <a:defRPr lang="en-US"/>
            </a:defPPr>
            <a:lvl1pPr marL="0" algn="r" defTabSz="914400" rtl="0" eaLnBrk="1" latinLnBrk="0" hangingPunct="1">
              <a:defRPr sz="1000" b="0" i="0" kern="1200">
                <a:solidFill>
                  <a:schemeClr val="bg1"/>
                </a:solidFill>
                <a:latin typeface="+mn-lt"/>
                <a:ea typeface="GT America Regular" pitchFamily="2" charset="77"/>
                <a:cs typeface="GT America Regular" pitchFamily="2" charset="77"/>
              </a:defRPr>
            </a:lvl1pPr>
            <a:lvl2pPr marL="0" indent="0" algn="r" defTabSz="914400" rtl="0" eaLnBrk="1" latinLnBrk="0" hangingPunct="1">
              <a:defRPr sz="1000" kern="1200">
                <a:solidFill>
                  <a:schemeClr val="tx1"/>
                </a:solidFill>
                <a:latin typeface="+mn-lt"/>
                <a:ea typeface="+mn-ea"/>
                <a:cs typeface="+mn-cs"/>
              </a:defRPr>
            </a:lvl2pPr>
            <a:lvl3pPr marL="0" indent="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a:lstStyle>
          <a:p>
            <a:fld id="{862A5111-985B-C14D-9115-5787026182A8}" type="slidenum">
              <a:rPr lang="en-US" smtClean="0"/>
              <a:pPr/>
              <a:t>‹#›</a:t>
            </a:fld>
            <a:endParaRPr lang="en-US"/>
          </a:p>
        </p:txBody>
      </p:sp>
      <p:sp>
        <p:nvSpPr>
          <p:cNvPr id="42" name="Rectangle 41">
            <a:extLst>
              <a:ext uri="{FF2B5EF4-FFF2-40B4-BE49-F238E27FC236}">
                <a16:creationId xmlns:a16="http://schemas.microsoft.com/office/drawing/2014/main" id="{7B6ED444-2AC8-D12C-DCAD-8E714E3A1F76}"/>
              </a:ext>
            </a:extLst>
          </p:cNvPr>
          <p:cNvSpPr/>
          <p:nvPr userDrawn="1"/>
        </p:nvSpPr>
        <p:spPr>
          <a:xfrm>
            <a:off x="6090399" y="5294376"/>
            <a:ext cx="2029968" cy="15636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icture Placeholder 9">
            <a:extLst>
              <a:ext uri="{FF2B5EF4-FFF2-40B4-BE49-F238E27FC236}">
                <a16:creationId xmlns:a16="http://schemas.microsoft.com/office/drawing/2014/main" id="{222EF8B4-5B55-C157-3C73-682D31D20F68}"/>
              </a:ext>
            </a:extLst>
          </p:cNvPr>
          <p:cNvSpPr>
            <a:spLocks noGrp="1"/>
          </p:cNvSpPr>
          <p:nvPr>
            <p:ph type="pic" sz="quarter" idx="13" hasCustomPrompt="1"/>
          </p:nvPr>
        </p:nvSpPr>
        <p:spPr>
          <a:xfrm>
            <a:off x="6090501" y="5294376"/>
            <a:ext cx="2029765" cy="1566863"/>
          </a:xfrm>
          <a:no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44" name="Text Placeholder 15">
            <a:extLst>
              <a:ext uri="{FF2B5EF4-FFF2-40B4-BE49-F238E27FC236}">
                <a16:creationId xmlns:a16="http://schemas.microsoft.com/office/drawing/2014/main" id="{FA5927CE-B87B-0C33-6928-87325B2A19E8}"/>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351086916"/>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69F92F-D12C-09F4-E086-76B6467A1D4F}"/>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9">
            <a:extLst>
              <a:ext uri="{FF2B5EF4-FFF2-40B4-BE49-F238E27FC236}">
                <a16:creationId xmlns:a16="http://schemas.microsoft.com/office/drawing/2014/main" id="{CC315AB5-1A8A-0272-124A-17B0C97D4F3F}"/>
              </a:ext>
            </a:extLst>
          </p:cNvPr>
          <p:cNvSpPr>
            <a:spLocks noGrp="1"/>
          </p:cNvSpPr>
          <p:nvPr>
            <p:ph type="pic" sz="quarter" idx="28" hasCustomPrompt="1"/>
          </p:nvPr>
        </p:nvSpPr>
        <p:spPr>
          <a:xfrm>
            <a:off x="4287583" y="1700213"/>
            <a:ext cx="722376" cy="725487"/>
          </a:xfrm>
          <a:noFill/>
          <a:ln>
            <a:noFill/>
          </a:ln>
        </p:spPr>
        <p:txBody>
          <a:bodyPr anchor="ctr"/>
          <a:lstStyle>
            <a:lvl1pPr algn="ctr">
              <a:defRPr>
                <a:solidFill>
                  <a:schemeClr val="bg1"/>
                </a:solidFill>
              </a:defRPr>
            </a:lvl1pPr>
          </a:lstStyle>
          <a:p>
            <a:r>
              <a:rPr lang="en-US"/>
              <a:t>Icon</a:t>
            </a:r>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6969823" y="1700213"/>
            <a:ext cx="722376" cy="725487"/>
          </a:xfrm>
          <a:noFill/>
          <a:ln>
            <a:noFill/>
          </a:ln>
        </p:spPr>
        <p:txBody>
          <a:bodyPr anchor="ctr"/>
          <a:lstStyle>
            <a:lvl1pPr algn="ctr">
              <a:defRPr>
                <a:solidFill>
                  <a:schemeClr val="bg1"/>
                </a:solidFill>
              </a:defRPr>
            </a:lvl1pPr>
          </a:lstStyle>
          <a:p>
            <a:r>
              <a:rPr lang="en-US"/>
              <a:t>Icon</a:t>
            </a:r>
          </a:p>
        </p:txBody>
      </p:sp>
      <p:sp>
        <p:nvSpPr>
          <p:cNvPr id="22" name="Picture Placeholder 9">
            <a:extLst>
              <a:ext uri="{FF2B5EF4-FFF2-40B4-BE49-F238E27FC236}">
                <a16:creationId xmlns:a16="http://schemas.microsoft.com/office/drawing/2014/main" id="{25C2B24F-2F63-693C-4B5C-5218010E6E17}"/>
              </a:ext>
            </a:extLst>
          </p:cNvPr>
          <p:cNvSpPr>
            <a:spLocks noGrp="1"/>
          </p:cNvSpPr>
          <p:nvPr>
            <p:ph type="pic" sz="quarter" idx="30" hasCustomPrompt="1"/>
          </p:nvPr>
        </p:nvSpPr>
        <p:spPr>
          <a:xfrm>
            <a:off x="9695606" y="1700213"/>
            <a:ext cx="722376" cy="725487"/>
          </a:xfrm>
          <a:noFill/>
          <a:ln>
            <a:noFill/>
          </a:ln>
        </p:spPr>
        <p:txBody>
          <a:bodyPr anchor="ctr"/>
          <a:lstStyle>
            <a:lvl1pPr algn="ctr">
              <a:defRPr>
                <a:solidFill>
                  <a:schemeClr val="bg1"/>
                </a:solidFill>
              </a:defRPr>
            </a:lvl1pPr>
          </a:lstStyle>
          <a:p>
            <a:r>
              <a:rPr lang="en-US"/>
              <a:t>Icon</a:t>
            </a:r>
          </a:p>
        </p:txBody>
      </p:sp>
      <p:sp>
        <p:nvSpPr>
          <p:cNvPr id="4" name="Freeform 5">
            <a:extLst>
              <a:ext uri="{FF2B5EF4-FFF2-40B4-BE49-F238E27FC236}">
                <a16:creationId xmlns:a16="http://schemas.microsoft.com/office/drawing/2014/main" id="{C6DF79E6-D4E8-1A83-F47C-3A44B264B93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4">
            <a:extLst>
              <a:ext uri="{FF2B5EF4-FFF2-40B4-BE49-F238E27FC236}">
                <a16:creationId xmlns:a16="http://schemas.microsoft.com/office/drawing/2014/main" id="{B76DBB7B-3EF2-AE4E-5CEA-314E2A53CF6C}"/>
              </a:ext>
            </a:extLst>
          </p:cNvPr>
          <p:cNvSpPr>
            <a:spLocks noGrp="1"/>
          </p:cNvSpPr>
          <p:nvPr>
            <p:ph type="title"/>
          </p:nvPr>
        </p:nvSpPr>
        <p:spPr>
          <a:xfrm>
            <a:off x="546102" y="552450"/>
            <a:ext cx="3235484" cy="928909"/>
          </a:xfrm>
        </p:spPr>
        <p:txBody>
          <a:bodyPr>
            <a:spAutoFit/>
          </a:bodyPr>
          <a:lstStyle/>
          <a:p>
            <a:r>
              <a:rPr lang="en-US"/>
              <a:t>Click to edit Master title style</a:t>
            </a:r>
          </a:p>
        </p:txBody>
      </p:sp>
      <p:sp>
        <p:nvSpPr>
          <p:cNvPr id="5" name="Text Placeholder 11">
            <a:extLst>
              <a:ext uri="{FF2B5EF4-FFF2-40B4-BE49-F238E27FC236}">
                <a16:creationId xmlns:a16="http://schemas.microsoft.com/office/drawing/2014/main" id="{8A7A4FDB-8FB6-0892-4B25-D1D7E8AB05E1}"/>
              </a:ext>
            </a:extLst>
          </p:cNvPr>
          <p:cNvSpPr>
            <a:spLocks noGrp="1"/>
          </p:cNvSpPr>
          <p:nvPr>
            <p:ph type="body" sz="quarter" idx="18"/>
          </p:nvPr>
        </p:nvSpPr>
        <p:spPr>
          <a:xfrm>
            <a:off x="546101" y="1616935"/>
            <a:ext cx="3235485" cy="597792"/>
          </a:xfrm>
        </p:spPr>
        <p:txBody>
          <a:bodyPr>
            <a:sp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7" name="Content Placeholder 25">
            <a:extLst>
              <a:ext uri="{FF2B5EF4-FFF2-40B4-BE49-F238E27FC236}">
                <a16:creationId xmlns:a16="http://schemas.microsoft.com/office/drawing/2014/main" id="{EAD73150-B68D-5CB5-E7F8-4B334BC45AED}"/>
              </a:ext>
            </a:extLst>
          </p:cNvPr>
          <p:cNvSpPr>
            <a:spLocks noGrp="1"/>
          </p:cNvSpPr>
          <p:nvPr>
            <p:ph sz="quarter" idx="23"/>
          </p:nvPr>
        </p:nvSpPr>
        <p:spPr>
          <a:xfrm>
            <a:off x="546100" y="2479728"/>
            <a:ext cx="3236976" cy="33876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15">
            <a:extLst>
              <a:ext uri="{FF2B5EF4-FFF2-40B4-BE49-F238E27FC236}">
                <a16:creationId xmlns:a16="http://schemas.microsoft.com/office/drawing/2014/main" id="{48758903-BAC5-9226-F191-27C37FA208D4}"/>
              </a:ext>
            </a:extLst>
          </p:cNvPr>
          <p:cNvSpPr>
            <a:spLocks noGrp="1"/>
          </p:cNvSpPr>
          <p:nvPr>
            <p:ph type="body" sz="quarter" idx="22"/>
          </p:nvPr>
        </p:nvSpPr>
        <p:spPr>
          <a:xfrm>
            <a:off x="546099" y="6019800"/>
            <a:ext cx="3236976"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29579635"/>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r>
              <a:rPr lang="en-US"/>
              <a:t>See slide 5 for instructions on how to update footer</a:t>
            </a:r>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4" name="Freeform 5">
            <a:extLst>
              <a:ext uri="{FF2B5EF4-FFF2-40B4-BE49-F238E27FC236}">
                <a16:creationId xmlns:a16="http://schemas.microsoft.com/office/drawing/2014/main" id="{074E9702-7D53-759A-8744-90315F172A3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68285" y="3013075"/>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38252" y="3013074"/>
            <a:ext cx="2103120"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0"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2" name="Title 4">
            <a:extLst>
              <a:ext uri="{FF2B5EF4-FFF2-40B4-BE49-F238E27FC236}">
                <a16:creationId xmlns:a16="http://schemas.microsoft.com/office/drawing/2014/main" id="{1ED47BCD-E032-EE0A-E9FC-31AEFAA7BBD9}"/>
              </a:ext>
            </a:extLst>
          </p:cNvPr>
          <p:cNvSpPr>
            <a:spLocks noGrp="1"/>
          </p:cNvSpPr>
          <p:nvPr>
            <p:ph type="title"/>
          </p:nvPr>
        </p:nvSpPr>
        <p:spPr>
          <a:xfrm>
            <a:off x="546102" y="552450"/>
            <a:ext cx="3235484" cy="928909"/>
          </a:xfrm>
        </p:spPr>
        <p:txBody>
          <a:bodyPr>
            <a:spAutoFit/>
          </a:bodyPr>
          <a:lstStyle/>
          <a:p>
            <a:r>
              <a:rPr lang="en-US"/>
              <a:t>Click to edit Master title style</a:t>
            </a:r>
          </a:p>
        </p:txBody>
      </p:sp>
      <p:sp>
        <p:nvSpPr>
          <p:cNvPr id="5" name="Text Placeholder 11">
            <a:extLst>
              <a:ext uri="{FF2B5EF4-FFF2-40B4-BE49-F238E27FC236}">
                <a16:creationId xmlns:a16="http://schemas.microsoft.com/office/drawing/2014/main" id="{D95A9F0B-2379-7645-1290-A0D5EFFEDF8C}"/>
              </a:ext>
            </a:extLst>
          </p:cNvPr>
          <p:cNvSpPr>
            <a:spLocks noGrp="1"/>
          </p:cNvSpPr>
          <p:nvPr>
            <p:ph type="body" sz="quarter" idx="18"/>
          </p:nvPr>
        </p:nvSpPr>
        <p:spPr>
          <a:xfrm>
            <a:off x="546101" y="1616935"/>
            <a:ext cx="3235485" cy="597792"/>
          </a:xfrm>
        </p:spPr>
        <p:txBody>
          <a:bodyPr>
            <a:sp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7" name="Content Placeholder 25">
            <a:extLst>
              <a:ext uri="{FF2B5EF4-FFF2-40B4-BE49-F238E27FC236}">
                <a16:creationId xmlns:a16="http://schemas.microsoft.com/office/drawing/2014/main" id="{7BF9567B-EC04-F42D-1416-AD1D9ABEB0CD}"/>
              </a:ext>
            </a:extLst>
          </p:cNvPr>
          <p:cNvSpPr>
            <a:spLocks noGrp="1"/>
          </p:cNvSpPr>
          <p:nvPr>
            <p:ph sz="quarter" idx="23"/>
          </p:nvPr>
        </p:nvSpPr>
        <p:spPr>
          <a:xfrm>
            <a:off x="546100" y="2479728"/>
            <a:ext cx="3236976" cy="33876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Text Placeholder 15">
            <a:extLst>
              <a:ext uri="{FF2B5EF4-FFF2-40B4-BE49-F238E27FC236}">
                <a16:creationId xmlns:a16="http://schemas.microsoft.com/office/drawing/2014/main" id="{4E80F6AE-79B1-9C04-5526-F2E1FCA2FF43}"/>
              </a:ext>
            </a:extLst>
          </p:cNvPr>
          <p:cNvSpPr>
            <a:spLocks noGrp="1"/>
          </p:cNvSpPr>
          <p:nvPr>
            <p:ph type="body" sz="quarter" idx="22"/>
          </p:nvPr>
        </p:nvSpPr>
        <p:spPr>
          <a:xfrm>
            <a:off x="546099" y="6019800"/>
            <a:ext cx="3236976"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86372917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3C4470B-105F-2417-D68A-6BFA4A3C88AA}"/>
              </a:ext>
            </a:extLst>
          </p:cNvPr>
          <p:cNvSpPr>
            <a:spLocks/>
          </p:cNvSpPr>
          <p:nvPr userDrawn="1"/>
        </p:nvSpPr>
        <p:spPr>
          <a:xfrm>
            <a:off x="4055115" y="0"/>
            <a:ext cx="813688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5">
            <a:extLst>
              <a:ext uri="{FF2B5EF4-FFF2-40B4-BE49-F238E27FC236}">
                <a16:creationId xmlns:a16="http://schemas.microsoft.com/office/drawing/2014/main" id="{68BA6A1E-20D9-E197-8F00-A2A7CD418E82}"/>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9881" y="0"/>
            <a:ext cx="4069080" cy="3432175"/>
          </a:xfrm>
          <a:solidFill>
            <a:schemeClr val="accent1"/>
          </a:solidFill>
        </p:spPr>
        <p:txBody>
          <a:bodyPr lIns="457200" tIns="457200" rIns="457200" bIns="45720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122920" y="3429000"/>
            <a:ext cx="4069080" cy="3429000"/>
          </a:xfrm>
          <a:solidFill>
            <a:schemeClr val="accent1"/>
          </a:solidFill>
        </p:spPr>
        <p:txBody>
          <a:bodyPr lIns="457200" tIns="457200" rIns="457200" bIns="45720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6860" y="3429000"/>
            <a:ext cx="4069080" cy="3429000"/>
          </a:xfrm>
          <a:solidFill>
            <a:schemeClr val="tx2"/>
          </a:solidFill>
        </p:spPr>
        <p:txBody>
          <a:bodyPr vert="horz" lIns="457200" tIns="457200" rIns="457200" bIns="457200" rtlCol="0" anchor="ctr">
            <a:normAutofit/>
          </a:bodyPr>
          <a:lstStyle>
            <a:lvl1pPr>
              <a:defRPr lang="en-US" sz="2100" b="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or text</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19763" y="0"/>
            <a:ext cx="4072237" cy="3432174"/>
          </a:xfrm>
          <a:solidFill>
            <a:schemeClr val="tx2"/>
          </a:solidFill>
        </p:spPr>
        <p:txBody>
          <a:bodyPr vert="horz" lIns="457200" tIns="457200" rIns="457200" bIns="457200" rtlCol="0" anchor="ctr">
            <a:normAutofit/>
          </a:bodyPr>
          <a:lstStyle>
            <a:lvl1pPr>
              <a:defRPr lang="en-US" sz="2100"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or text</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9658EFFC-A176-5366-6879-32E334503950}"/>
              </a:ext>
            </a:extLst>
          </p:cNvPr>
          <p:cNvSpPr txBox="1"/>
          <p:nvPr userDrawn="1"/>
        </p:nvSpPr>
        <p:spPr>
          <a:xfrm>
            <a:off x="-228600" y="1054100"/>
            <a:ext cx="0" cy="0"/>
          </a:xfrm>
          <a:prstGeom prst="rect">
            <a:avLst/>
          </a:prstGeom>
          <a:noFill/>
        </p:spPr>
        <p:txBody>
          <a:bodyPr wrap="none" lIns="0" tIns="0" rIns="0" bIns="0" rtlCol="0">
            <a:noAutofit/>
          </a:bodyPr>
          <a:lstStyle/>
          <a:p>
            <a:pPr marL="285750" indent="-285750" algn="l">
              <a:lnSpc>
                <a:spcPct val="101000"/>
              </a:lnSpc>
              <a:spcAft>
                <a:spcPts val="600"/>
              </a:spcAft>
              <a:buFont typeface="GT America" charset="0"/>
              <a:buChar char="→"/>
            </a:pPr>
            <a:endParaRPr kumimoji="0" lang="en-US" sz="1400" b="0" i="0" u="none" strike="noStrike" kern="1200" cap="none" spc="0" normalizeH="0" baseline="0" noProof="0" err="1">
              <a:ln>
                <a:noFill/>
              </a:ln>
              <a:solidFill>
                <a:srgbClr val="000000"/>
              </a:solidFill>
              <a:effectLst/>
              <a:uLnTx/>
              <a:uFillTx/>
              <a:latin typeface="GT America Regular"/>
              <a:ea typeface="GT America Regular" charset="0"/>
              <a:cs typeface="GT America Regular" charset="0"/>
            </a:endParaRPr>
          </a:p>
        </p:txBody>
      </p:sp>
      <p:sp>
        <p:nvSpPr>
          <p:cNvPr id="5" name="Title 4">
            <a:extLst>
              <a:ext uri="{FF2B5EF4-FFF2-40B4-BE49-F238E27FC236}">
                <a16:creationId xmlns:a16="http://schemas.microsoft.com/office/drawing/2014/main" id="{9E0ED873-BA81-A81C-58F6-B25E780B9026}"/>
              </a:ext>
            </a:extLst>
          </p:cNvPr>
          <p:cNvSpPr>
            <a:spLocks noGrp="1"/>
          </p:cNvSpPr>
          <p:nvPr>
            <p:ph type="title"/>
          </p:nvPr>
        </p:nvSpPr>
        <p:spPr>
          <a:xfrm>
            <a:off x="546102" y="552450"/>
            <a:ext cx="3235484" cy="928909"/>
          </a:xfrm>
        </p:spPr>
        <p:txBody>
          <a:bodyPr>
            <a:spAutoFit/>
          </a:bodyPr>
          <a:lstStyle/>
          <a:p>
            <a:r>
              <a:rPr lang="en-US"/>
              <a:t>Click to edit Master title style</a:t>
            </a:r>
          </a:p>
        </p:txBody>
      </p:sp>
      <p:sp>
        <p:nvSpPr>
          <p:cNvPr id="7" name="Text Placeholder 11">
            <a:extLst>
              <a:ext uri="{FF2B5EF4-FFF2-40B4-BE49-F238E27FC236}">
                <a16:creationId xmlns:a16="http://schemas.microsoft.com/office/drawing/2014/main" id="{482A17A4-4F82-636E-24E6-FEC770A6BDC6}"/>
              </a:ext>
            </a:extLst>
          </p:cNvPr>
          <p:cNvSpPr>
            <a:spLocks noGrp="1"/>
          </p:cNvSpPr>
          <p:nvPr>
            <p:ph type="body" sz="quarter" idx="18"/>
          </p:nvPr>
        </p:nvSpPr>
        <p:spPr>
          <a:xfrm>
            <a:off x="546101" y="1616935"/>
            <a:ext cx="3235485" cy="597792"/>
          </a:xfrm>
        </p:spPr>
        <p:txBody>
          <a:bodyPr>
            <a:sp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Content Placeholder 25">
            <a:extLst>
              <a:ext uri="{FF2B5EF4-FFF2-40B4-BE49-F238E27FC236}">
                <a16:creationId xmlns:a16="http://schemas.microsoft.com/office/drawing/2014/main" id="{755DD383-9D16-B6C4-D508-C1EE796A0E4A}"/>
              </a:ext>
            </a:extLst>
          </p:cNvPr>
          <p:cNvSpPr>
            <a:spLocks noGrp="1"/>
          </p:cNvSpPr>
          <p:nvPr>
            <p:ph sz="quarter" idx="23"/>
          </p:nvPr>
        </p:nvSpPr>
        <p:spPr>
          <a:xfrm>
            <a:off x="546100" y="2479728"/>
            <a:ext cx="3236976" cy="33876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15">
            <a:extLst>
              <a:ext uri="{FF2B5EF4-FFF2-40B4-BE49-F238E27FC236}">
                <a16:creationId xmlns:a16="http://schemas.microsoft.com/office/drawing/2014/main" id="{22B248BA-D80E-4458-9042-A50EA2BCBCE8}"/>
              </a:ext>
            </a:extLst>
          </p:cNvPr>
          <p:cNvSpPr>
            <a:spLocks noGrp="1"/>
          </p:cNvSpPr>
          <p:nvPr>
            <p:ph type="body" sz="quarter" idx="22"/>
          </p:nvPr>
        </p:nvSpPr>
        <p:spPr>
          <a:xfrm>
            <a:off x="546099" y="6019800"/>
            <a:ext cx="3236976"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85267852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FD134F76-7012-6EEC-A825-D898002DCBEA}"/>
              </a:ext>
            </a:extLst>
          </p:cNvPr>
          <p:cNvSpPr>
            <a:spLocks noGrp="1"/>
          </p:cNvSpPr>
          <p:nvPr>
            <p:ph type="pic" sz="quarter" idx="28" hasCustomPrompt="1"/>
          </p:nvPr>
        </p:nvSpPr>
        <p:spPr>
          <a:xfrm>
            <a:off x="554037" y="1849438"/>
            <a:ext cx="694944" cy="720725"/>
          </a:xfrm>
          <a:noFill/>
          <a:ln>
            <a:noFill/>
          </a:ln>
        </p:spPr>
        <p:txBody>
          <a:bodyPr tIns="457200" anchor="ctr">
            <a:normAutofit/>
          </a:bodyPr>
          <a:lstStyle>
            <a:lvl1pPr algn="ctr">
              <a:defRPr sz="1100">
                <a:solidFill>
                  <a:schemeClr val="bg1"/>
                </a:solidFill>
              </a:defRPr>
            </a:lvl1pPr>
          </a:lstStyle>
          <a:p>
            <a:r>
              <a:rPr lang="en-US"/>
              <a:t>Icon</a:t>
            </a:r>
          </a:p>
        </p:txBody>
      </p:sp>
      <p:sp>
        <p:nvSpPr>
          <p:cNvPr id="22" name="Picture Placeholder 9">
            <a:extLst>
              <a:ext uri="{FF2B5EF4-FFF2-40B4-BE49-F238E27FC236}">
                <a16:creationId xmlns:a16="http://schemas.microsoft.com/office/drawing/2014/main" id="{863DF09F-2802-54BC-34C2-BC92D3C8205A}"/>
              </a:ext>
            </a:extLst>
          </p:cNvPr>
          <p:cNvSpPr>
            <a:spLocks noGrp="1"/>
          </p:cNvSpPr>
          <p:nvPr>
            <p:ph type="pic" sz="quarter" idx="36" hasCustomPrompt="1"/>
          </p:nvPr>
        </p:nvSpPr>
        <p:spPr>
          <a:xfrm>
            <a:off x="2802335" y="1849438"/>
            <a:ext cx="694944" cy="720725"/>
          </a:xfrm>
          <a:noFill/>
          <a:ln>
            <a:noFill/>
          </a:ln>
        </p:spPr>
        <p:txBody>
          <a:bodyPr tIns="457200" anchor="ctr">
            <a:normAutofit/>
          </a:bodyPr>
          <a:lstStyle>
            <a:lvl1pPr algn="ctr">
              <a:defRPr sz="1100">
                <a:solidFill>
                  <a:schemeClr val="bg1"/>
                </a:solidFill>
              </a:defRPr>
            </a:lvl1pPr>
          </a:lstStyle>
          <a:p>
            <a:r>
              <a:rPr lang="en-US"/>
              <a:t>Icon</a:t>
            </a:r>
          </a:p>
        </p:txBody>
      </p:sp>
      <p:sp>
        <p:nvSpPr>
          <p:cNvPr id="23" name="Picture Placeholder 9">
            <a:extLst>
              <a:ext uri="{FF2B5EF4-FFF2-40B4-BE49-F238E27FC236}">
                <a16:creationId xmlns:a16="http://schemas.microsoft.com/office/drawing/2014/main" id="{3D2406FE-BD16-3B98-1AC4-2D5AA65FF9D9}"/>
              </a:ext>
            </a:extLst>
          </p:cNvPr>
          <p:cNvSpPr>
            <a:spLocks noGrp="1"/>
          </p:cNvSpPr>
          <p:nvPr>
            <p:ph type="pic" sz="quarter" idx="37" hasCustomPrompt="1"/>
          </p:nvPr>
        </p:nvSpPr>
        <p:spPr>
          <a:xfrm>
            <a:off x="5050633" y="1849438"/>
            <a:ext cx="694944" cy="720725"/>
          </a:xfrm>
          <a:noFill/>
          <a:ln>
            <a:noFill/>
          </a:ln>
        </p:spPr>
        <p:txBody>
          <a:bodyPr tIns="457200" anchor="ctr">
            <a:normAutofit/>
          </a:bodyPr>
          <a:lstStyle>
            <a:lvl1pPr algn="ctr">
              <a:defRPr sz="1100">
                <a:solidFill>
                  <a:schemeClr val="bg1"/>
                </a:solidFill>
              </a:defRPr>
            </a:lvl1pPr>
          </a:lstStyle>
          <a:p>
            <a:r>
              <a:rPr lang="en-US"/>
              <a:t>Icon</a:t>
            </a:r>
          </a:p>
        </p:txBody>
      </p:sp>
      <p:sp>
        <p:nvSpPr>
          <p:cNvPr id="24" name="Picture Placeholder 9">
            <a:extLst>
              <a:ext uri="{FF2B5EF4-FFF2-40B4-BE49-F238E27FC236}">
                <a16:creationId xmlns:a16="http://schemas.microsoft.com/office/drawing/2014/main" id="{18479DC6-6C65-6D06-16A5-DC26A0B633FF}"/>
              </a:ext>
            </a:extLst>
          </p:cNvPr>
          <p:cNvSpPr>
            <a:spLocks noGrp="1"/>
          </p:cNvSpPr>
          <p:nvPr>
            <p:ph type="pic" sz="quarter" idx="38" hasCustomPrompt="1"/>
          </p:nvPr>
        </p:nvSpPr>
        <p:spPr>
          <a:xfrm>
            <a:off x="7298931" y="1849438"/>
            <a:ext cx="694944" cy="720725"/>
          </a:xfrm>
          <a:noFill/>
          <a:ln>
            <a:noFill/>
          </a:ln>
        </p:spPr>
        <p:txBody>
          <a:bodyPr tIns="457200" anchor="ctr">
            <a:normAutofit/>
          </a:bodyPr>
          <a:lstStyle>
            <a:lvl1pPr algn="ctr">
              <a:defRPr sz="1100">
                <a:solidFill>
                  <a:schemeClr val="bg1"/>
                </a:solidFill>
              </a:defRPr>
            </a:lvl1pPr>
          </a:lstStyle>
          <a:p>
            <a:r>
              <a:rPr lang="en-US"/>
              <a:t>Icon</a:t>
            </a:r>
          </a:p>
        </p:txBody>
      </p:sp>
      <p:sp>
        <p:nvSpPr>
          <p:cNvPr id="25" name="Picture Placeholder 9">
            <a:extLst>
              <a:ext uri="{FF2B5EF4-FFF2-40B4-BE49-F238E27FC236}">
                <a16:creationId xmlns:a16="http://schemas.microsoft.com/office/drawing/2014/main" id="{BBAE8DFB-8DC8-374F-6F98-F8A1ADCA2C3C}"/>
              </a:ext>
            </a:extLst>
          </p:cNvPr>
          <p:cNvSpPr>
            <a:spLocks noGrp="1"/>
          </p:cNvSpPr>
          <p:nvPr>
            <p:ph type="pic" sz="quarter" idx="39" hasCustomPrompt="1"/>
          </p:nvPr>
        </p:nvSpPr>
        <p:spPr>
          <a:xfrm>
            <a:off x="9547229" y="1849438"/>
            <a:ext cx="694944" cy="720725"/>
          </a:xfrm>
          <a:noFill/>
          <a:ln>
            <a:noFill/>
          </a:ln>
        </p:spPr>
        <p:txBody>
          <a:bodyPr tIns="457200" anchor="ctr">
            <a:normAutofit/>
          </a:bodyPr>
          <a:lstStyle>
            <a:lvl1pPr algn="ctr">
              <a:defRPr sz="1100">
                <a:solidFill>
                  <a:schemeClr val="bg1"/>
                </a:solidFill>
              </a:defRPr>
            </a:lvl1pPr>
          </a:lstStyle>
          <a:p>
            <a:r>
              <a:rPr lang="en-US"/>
              <a:t>Icon</a:t>
            </a:r>
          </a:p>
        </p:txBody>
      </p:sp>
      <p:sp>
        <p:nvSpPr>
          <p:cNvPr id="2" name="Freeform 5">
            <a:extLst>
              <a:ext uri="{FF2B5EF4-FFF2-40B4-BE49-F238E27FC236}">
                <a16:creationId xmlns:a16="http://schemas.microsoft.com/office/drawing/2014/main" id="{F865BEBC-DC71-5993-E446-743B2380E9F4}"/>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38955" y="2722562"/>
            <a:ext cx="1828800" cy="314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4" y="2722562"/>
            <a:ext cx="1828800" cy="314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65712" y="2722562"/>
            <a:ext cx="1828800" cy="314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8" y="2722562"/>
            <a:ext cx="1828800" cy="314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4" y="2722562"/>
            <a:ext cx="1828800" cy="314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46" name="Text Placeholder 15">
            <a:extLst>
              <a:ext uri="{FF2B5EF4-FFF2-40B4-BE49-F238E27FC236}">
                <a16:creationId xmlns:a16="http://schemas.microsoft.com/office/drawing/2014/main" id="{B68290B7-E496-9914-7ABE-08AA94A43E17}"/>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70675489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71FB9F00-A1C6-0B41-BCF5-7DBE317FE53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38955"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40" name="Text Placeholder 15">
            <a:extLst>
              <a:ext uri="{FF2B5EF4-FFF2-40B4-BE49-F238E27FC236}">
                <a16:creationId xmlns:a16="http://schemas.microsoft.com/office/drawing/2014/main" id="{4E38B3BF-AD37-56A1-E4E1-B1678282209D}"/>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0479308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8C6C4B9C-0B61-5ABC-74A2-BD33D2CF5DE4}"/>
              </a:ext>
            </a:extLst>
          </p:cNvPr>
          <p:cNvSpPr>
            <a:spLocks noGrp="1"/>
          </p:cNvSpPr>
          <p:nvPr>
            <p:ph type="pic" sz="quarter" idx="28" hasCustomPrompt="1"/>
          </p:nvPr>
        </p:nvSpPr>
        <p:spPr>
          <a:xfrm>
            <a:off x="546100" y="3146426"/>
            <a:ext cx="694944" cy="692149"/>
          </a:xfrm>
          <a:noFill/>
          <a:ln>
            <a:noFill/>
          </a:ln>
        </p:spPr>
        <p:txBody>
          <a:bodyPr anchor="ctr"/>
          <a:lstStyle>
            <a:lvl1pPr algn="ctr">
              <a:defRPr>
                <a:solidFill>
                  <a:schemeClr val="bg1"/>
                </a:solidFill>
              </a:defRPr>
            </a:lvl1pPr>
          </a:lstStyle>
          <a:p>
            <a:r>
              <a:rPr lang="en-US"/>
              <a:t>Icon</a:t>
            </a:r>
          </a:p>
        </p:txBody>
      </p:sp>
      <p:sp>
        <p:nvSpPr>
          <p:cNvPr id="12" name="Picture Placeholder 9">
            <a:extLst>
              <a:ext uri="{FF2B5EF4-FFF2-40B4-BE49-F238E27FC236}">
                <a16:creationId xmlns:a16="http://schemas.microsoft.com/office/drawing/2014/main" id="{944A16B1-3C9F-C007-5BDB-4655C3395D3B}"/>
              </a:ext>
            </a:extLst>
          </p:cNvPr>
          <p:cNvSpPr>
            <a:spLocks noGrp="1"/>
          </p:cNvSpPr>
          <p:nvPr>
            <p:ph type="pic" sz="quarter" idx="29" hasCustomPrompt="1"/>
          </p:nvPr>
        </p:nvSpPr>
        <p:spPr>
          <a:xfrm>
            <a:off x="4335779" y="3146426"/>
            <a:ext cx="694944" cy="692150"/>
          </a:xfrm>
          <a:noFill/>
          <a:ln>
            <a:noFill/>
          </a:ln>
        </p:spPr>
        <p:txBody>
          <a:bodyPr anchor="ctr"/>
          <a:lstStyle>
            <a:lvl1pPr algn="ctr">
              <a:defRPr>
                <a:solidFill>
                  <a:schemeClr val="bg1"/>
                </a:solidFill>
              </a:defRPr>
            </a:lvl1pPr>
          </a:lstStyle>
          <a:p>
            <a:r>
              <a:rPr lang="en-US"/>
              <a:t>Icon</a:t>
            </a:r>
          </a:p>
        </p:txBody>
      </p:sp>
      <p:sp>
        <p:nvSpPr>
          <p:cNvPr id="13" name="Picture Placeholder 9">
            <a:extLst>
              <a:ext uri="{FF2B5EF4-FFF2-40B4-BE49-F238E27FC236}">
                <a16:creationId xmlns:a16="http://schemas.microsoft.com/office/drawing/2014/main" id="{A5A79627-D088-B1B1-9F23-A62FAFD9CC75}"/>
              </a:ext>
            </a:extLst>
          </p:cNvPr>
          <p:cNvSpPr>
            <a:spLocks noGrp="1"/>
          </p:cNvSpPr>
          <p:nvPr>
            <p:ph type="pic" sz="quarter" idx="30" hasCustomPrompt="1"/>
          </p:nvPr>
        </p:nvSpPr>
        <p:spPr>
          <a:xfrm>
            <a:off x="8131809" y="3146426"/>
            <a:ext cx="694944" cy="692150"/>
          </a:xfrm>
          <a:noFill/>
          <a:ln>
            <a:noFill/>
          </a:ln>
        </p:spPr>
        <p:txBody>
          <a:bodyPr anchor="ctr"/>
          <a:lstStyle>
            <a:lvl1pPr algn="ctr">
              <a:defRPr>
                <a:solidFill>
                  <a:schemeClr val="bg1"/>
                </a:solidFill>
              </a:defRPr>
            </a:lvl1pPr>
          </a:lstStyle>
          <a:p>
            <a:r>
              <a:rPr lang="en-US"/>
              <a:t>Icon</a:t>
            </a:r>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A93EB283-34D5-EEA2-8ED6-3A751877E61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38955"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43" name="Text Placeholder 15">
            <a:extLst>
              <a:ext uri="{FF2B5EF4-FFF2-40B4-BE49-F238E27FC236}">
                <a16:creationId xmlns:a16="http://schemas.microsoft.com/office/drawing/2014/main" id="{7AC9DCFA-1DD7-593D-3575-760DFD58E8FA}"/>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257316460"/>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39" name="Picture Placeholder 9">
            <a:extLst>
              <a:ext uri="{FF2B5EF4-FFF2-40B4-BE49-F238E27FC236}">
                <a16:creationId xmlns:a16="http://schemas.microsoft.com/office/drawing/2014/main" id="{DEE24B91-16DE-DAB3-3069-2978764EB319}"/>
              </a:ext>
            </a:extLst>
          </p:cNvPr>
          <p:cNvSpPr>
            <a:spLocks noGrp="1"/>
          </p:cNvSpPr>
          <p:nvPr>
            <p:ph type="pic" sz="quarter" idx="37" hasCustomPrompt="1"/>
          </p:nvPr>
        </p:nvSpPr>
        <p:spPr>
          <a:xfrm>
            <a:off x="546100" y="2006963"/>
            <a:ext cx="731520" cy="707662"/>
          </a:xfrm>
          <a:noFill/>
          <a:ln>
            <a:noFill/>
          </a:ln>
        </p:spPr>
        <p:txBody>
          <a:bodyPr tIns="411480" anchor="ctr">
            <a:normAutofit/>
          </a:bodyPr>
          <a:lstStyle>
            <a:lvl1pPr algn="ctr">
              <a:defRPr sz="1100">
                <a:solidFill>
                  <a:schemeClr val="bg1"/>
                </a:solidFill>
              </a:defRPr>
            </a:lvl1pPr>
          </a:lstStyle>
          <a:p>
            <a:r>
              <a:rPr lang="en-US"/>
              <a:t>Icon</a:t>
            </a:r>
          </a:p>
        </p:txBody>
      </p:sp>
      <p:sp>
        <p:nvSpPr>
          <p:cNvPr id="40" name="Picture Placeholder 9">
            <a:extLst>
              <a:ext uri="{FF2B5EF4-FFF2-40B4-BE49-F238E27FC236}">
                <a16:creationId xmlns:a16="http://schemas.microsoft.com/office/drawing/2014/main" id="{F003E950-C9D0-0278-0715-C906BEF230C3}"/>
              </a:ext>
            </a:extLst>
          </p:cNvPr>
          <p:cNvSpPr>
            <a:spLocks noGrp="1"/>
          </p:cNvSpPr>
          <p:nvPr>
            <p:ph type="pic" sz="quarter" idx="38" hasCustomPrompt="1"/>
          </p:nvPr>
        </p:nvSpPr>
        <p:spPr>
          <a:xfrm>
            <a:off x="4335779" y="2006963"/>
            <a:ext cx="731520" cy="707662"/>
          </a:xfrm>
          <a:noFill/>
          <a:ln>
            <a:noFill/>
          </a:ln>
        </p:spPr>
        <p:txBody>
          <a:bodyPr tIns="411480" anchor="ctr">
            <a:normAutofit/>
          </a:bodyPr>
          <a:lstStyle>
            <a:lvl1pPr algn="ctr">
              <a:defRPr sz="1100">
                <a:solidFill>
                  <a:schemeClr val="bg1"/>
                </a:solidFill>
              </a:defRPr>
            </a:lvl1pPr>
          </a:lstStyle>
          <a:p>
            <a:r>
              <a:rPr lang="en-US"/>
              <a:t>Icon</a:t>
            </a:r>
          </a:p>
        </p:txBody>
      </p:sp>
      <p:sp>
        <p:nvSpPr>
          <p:cNvPr id="41" name="Picture Placeholder 9">
            <a:extLst>
              <a:ext uri="{FF2B5EF4-FFF2-40B4-BE49-F238E27FC236}">
                <a16:creationId xmlns:a16="http://schemas.microsoft.com/office/drawing/2014/main" id="{773CBB8A-601B-B68F-970A-8D6534F2D520}"/>
              </a:ext>
            </a:extLst>
          </p:cNvPr>
          <p:cNvSpPr>
            <a:spLocks noGrp="1"/>
          </p:cNvSpPr>
          <p:nvPr>
            <p:ph type="pic" sz="quarter" idx="39" hasCustomPrompt="1"/>
          </p:nvPr>
        </p:nvSpPr>
        <p:spPr>
          <a:xfrm>
            <a:off x="8131809" y="2006963"/>
            <a:ext cx="731520" cy="707662"/>
          </a:xfrm>
          <a:noFill/>
          <a:ln>
            <a:noFill/>
          </a:ln>
        </p:spPr>
        <p:txBody>
          <a:bodyPr tIns="411480" anchor="ctr">
            <a:normAutofit/>
          </a:bodyPr>
          <a:lstStyle>
            <a:lvl1pPr algn="ctr">
              <a:defRPr sz="1100">
                <a:solidFill>
                  <a:schemeClr val="bg1"/>
                </a:solidFill>
              </a:defRPr>
            </a:lvl1pPr>
          </a:lstStyle>
          <a:p>
            <a:r>
              <a:rPr lang="en-US"/>
              <a:t>Icon</a:t>
            </a:r>
          </a:p>
        </p:txBody>
      </p:sp>
      <p:sp>
        <p:nvSpPr>
          <p:cNvPr id="42" name="Picture Placeholder 9">
            <a:extLst>
              <a:ext uri="{FF2B5EF4-FFF2-40B4-BE49-F238E27FC236}">
                <a16:creationId xmlns:a16="http://schemas.microsoft.com/office/drawing/2014/main" id="{CDAB1DAD-1044-2753-ED1B-2F53ADC1F076}"/>
              </a:ext>
            </a:extLst>
          </p:cNvPr>
          <p:cNvSpPr>
            <a:spLocks noGrp="1"/>
          </p:cNvSpPr>
          <p:nvPr>
            <p:ph type="pic" sz="quarter" idx="40" hasCustomPrompt="1"/>
          </p:nvPr>
        </p:nvSpPr>
        <p:spPr>
          <a:xfrm>
            <a:off x="546100" y="4124325"/>
            <a:ext cx="731520" cy="730250"/>
          </a:xfrm>
          <a:noFill/>
          <a:ln>
            <a:noFill/>
          </a:ln>
        </p:spPr>
        <p:txBody>
          <a:bodyPr tIns="411480" anchor="ctr">
            <a:normAutofit/>
          </a:bodyPr>
          <a:lstStyle>
            <a:lvl1pPr algn="ctr">
              <a:defRPr sz="1100">
                <a:solidFill>
                  <a:schemeClr val="bg1"/>
                </a:solidFill>
              </a:defRPr>
            </a:lvl1pPr>
          </a:lstStyle>
          <a:p>
            <a:r>
              <a:rPr lang="en-US"/>
              <a:t>Icon</a:t>
            </a:r>
          </a:p>
        </p:txBody>
      </p:sp>
      <p:sp>
        <p:nvSpPr>
          <p:cNvPr id="43" name="Picture Placeholder 9">
            <a:extLst>
              <a:ext uri="{FF2B5EF4-FFF2-40B4-BE49-F238E27FC236}">
                <a16:creationId xmlns:a16="http://schemas.microsoft.com/office/drawing/2014/main" id="{8E533476-771C-C1A8-684B-5F369B8AD702}"/>
              </a:ext>
            </a:extLst>
          </p:cNvPr>
          <p:cNvSpPr>
            <a:spLocks noGrp="1"/>
          </p:cNvSpPr>
          <p:nvPr>
            <p:ph type="pic" sz="quarter" idx="41" hasCustomPrompt="1"/>
          </p:nvPr>
        </p:nvSpPr>
        <p:spPr>
          <a:xfrm>
            <a:off x="4335779" y="4124325"/>
            <a:ext cx="731520" cy="730250"/>
          </a:xfrm>
          <a:noFill/>
          <a:ln>
            <a:noFill/>
          </a:ln>
        </p:spPr>
        <p:txBody>
          <a:bodyPr tIns="411480" anchor="ctr">
            <a:normAutofit/>
          </a:bodyPr>
          <a:lstStyle>
            <a:lvl1pPr algn="ctr">
              <a:defRPr sz="1100">
                <a:solidFill>
                  <a:schemeClr val="bg1"/>
                </a:solidFill>
              </a:defRPr>
            </a:lvl1pPr>
          </a:lstStyle>
          <a:p>
            <a:r>
              <a:rPr lang="en-US"/>
              <a:t>Icon</a:t>
            </a:r>
          </a:p>
        </p:txBody>
      </p:sp>
      <p:sp>
        <p:nvSpPr>
          <p:cNvPr id="44" name="Picture Placeholder 9">
            <a:extLst>
              <a:ext uri="{FF2B5EF4-FFF2-40B4-BE49-F238E27FC236}">
                <a16:creationId xmlns:a16="http://schemas.microsoft.com/office/drawing/2014/main" id="{8229F8E0-54EB-CC61-EDE5-D49015E07E9D}"/>
              </a:ext>
            </a:extLst>
          </p:cNvPr>
          <p:cNvSpPr>
            <a:spLocks noGrp="1"/>
          </p:cNvSpPr>
          <p:nvPr>
            <p:ph type="pic" sz="quarter" idx="42" hasCustomPrompt="1"/>
          </p:nvPr>
        </p:nvSpPr>
        <p:spPr>
          <a:xfrm>
            <a:off x="8131809" y="4124325"/>
            <a:ext cx="731520" cy="730250"/>
          </a:xfrm>
          <a:noFill/>
          <a:ln>
            <a:noFill/>
          </a:ln>
        </p:spPr>
        <p:txBody>
          <a:bodyPr tIns="411480" anchor="ctr">
            <a:normAutofit/>
          </a:bodyPr>
          <a:lstStyle>
            <a:lvl1pPr algn="ctr">
              <a:defRPr sz="1100">
                <a:solidFill>
                  <a:schemeClr val="bg1"/>
                </a:solidFill>
              </a:defRPr>
            </a:lvl1pPr>
          </a:lstStyle>
          <a:p>
            <a:r>
              <a:rPr lang="en-US"/>
              <a:t>Icon</a:t>
            </a:r>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Freeform 5">
            <a:extLst>
              <a:ext uri="{FF2B5EF4-FFF2-40B4-BE49-F238E27FC236}">
                <a16:creationId xmlns:a16="http://schemas.microsoft.com/office/drawing/2014/main" id="{9770A17F-69E1-3883-06E4-BFC90C571285}"/>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38955" y="2873737"/>
            <a:ext cx="3520440" cy="96483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7523" y="2882472"/>
            <a:ext cx="3520440" cy="956103"/>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6015" y="2882470"/>
            <a:ext cx="3520440" cy="956103"/>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54832" y="5003801"/>
            <a:ext cx="3520440" cy="1013458"/>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5003800"/>
            <a:ext cx="3520440" cy="1013459"/>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5003800"/>
            <a:ext cx="3521237" cy="1016000"/>
          </a:xfrm>
        </p:spPr>
        <p:txBody>
          <a:bodyPr/>
          <a:lstStyle>
            <a:lvl1pPr>
              <a:defRPr lang="en-US" sz="2000" b="0"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49" name="Text Placeholder 15">
            <a:extLst>
              <a:ext uri="{FF2B5EF4-FFF2-40B4-BE49-F238E27FC236}">
                <a16:creationId xmlns:a16="http://schemas.microsoft.com/office/drawing/2014/main" id="{B8AD7AD7-49BF-48F5-A1F8-94C764ABF6F3}"/>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47322664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DD24CA07-6540-4056-2FEC-3447DCD38B6B}"/>
              </a:ext>
            </a:extLst>
          </p:cNvPr>
          <p:cNvSpPr>
            <a:spLocks noGrp="1"/>
          </p:cNvSpPr>
          <p:nvPr>
            <p:ph type="body" sz="quarter" idx="22"/>
          </p:nvPr>
        </p:nvSpPr>
        <p:spPr>
          <a:xfrm>
            <a:off x="546099" y="6019800"/>
            <a:ext cx="545909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74632893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Only - 2/3 Conten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8052651-D773-AAE9-A38E-C12982351DA1}"/>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48640"/>
            <a:ext cx="3349252" cy="43878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8640" y="1127125"/>
            <a:ext cx="334848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DD24CA07-6540-4056-2FEC-3447DCD38B6B}"/>
              </a:ext>
            </a:extLst>
          </p:cNvPr>
          <p:cNvSpPr>
            <a:spLocks noGrp="1"/>
          </p:cNvSpPr>
          <p:nvPr>
            <p:ph type="body" sz="quarter" idx="22"/>
          </p:nvPr>
        </p:nvSpPr>
        <p:spPr>
          <a:xfrm>
            <a:off x="546099" y="6019800"/>
            <a:ext cx="334848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118811739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Only - 2/3 Content - Dark">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8052651-D773-AAE9-A38E-C12982351DA1}"/>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48640"/>
            <a:ext cx="3349252" cy="438785"/>
          </a:xfrm>
        </p:spPr>
        <p:txBody>
          <a:bodyPr/>
          <a:lstStyle/>
          <a:p>
            <a:r>
              <a:rPr lang="en-US"/>
              <a:t>Click to edit Master title style</a:t>
            </a:r>
          </a:p>
        </p:txBody>
      </p:sp>
      <p:sp>
        <p:nvSpPr>
          <p:cNvPr id="3" name="Freeform 5">
            <a:extLst>
              <a:ext uri="{FF2B5EF4-FFF2-40B4-BE49-F238E27FC236}">
                <a16:creationId xmlns:a16="http://schemas.microsoft.com/office/drawing/2014/main" id="{7FE8C2D7-70E3-CC7C-8803-9B39088A71F9}"/>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8640" y="1127125"/>
            <a:ext cx="334848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6" name="Text Placeholder 15">
            <a:extLst>
              <a:ext uri="{FF2B5EF4-FFF2-40B4-BE49-F238E27FC236}">
                <a16:creationId xmlns:a16="http://schemas.microsoft.com/office/drawing/2014/main" id="{DD24CA07-6540-4056-2FEC-3447DCD38B6B}"/>
              </a:ext>
            </a:extLst>
          </p:cNvPr>
          <p:cNvSpPr>
            <a:spLocks noGrp="1"/>
          </p:cNvSpPr>
          <p:nvPr>
            <p:ph type="body" sz="quarter" idx="22"/>
          </p:nvPr>
        </p:nvSpPr>
        <p:spPr>
          <a:xfrm>
            <a:off x="546099" y="6019800"/>
            <a:ext cx="334848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3697262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r>
              <a:rPr lang="en-US"/>
              <a:t>See slide 5 for instructions on how to update footer</a:t>
            </a:r>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Freeform 5">
            <a:extLst>
              <a:ext uri="{FF2B5EF4-FFF2-40B4-BE49-F238E27FC236}">
                <a16:creationId xmlns:a16="http://schemas.microsoft.com/office/drawing/2014/main" id="{5C2DD425-99D8-608C-64B9-B0C461E35CD7}"/>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9243661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4"/>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29968"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0"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0"/>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90507"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60539"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90507"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p>
            <a:r>
              <a:rPr lang="en-US"/>
              <a:t>Click to edit Master title style</a:t>
            </a:r>
          </a:p>
        </p:txBody>
      </p:sp>
      <p:sp>
        <p:nvSpPr>
          <p:cNvPr id="5" name="Freeform 5">
            <a:extLst>
              <a:ext uri="{FF2B5EF4-FFF2-40B4-BE49-F238E27FC236}">
                <a16:creationId xmlns:a16="http://schemas.microsoft.com/office/drawing/2014/main" id="{39611C4F-B45F-3A80-F10C-1FE235F3B7E0}"/>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80171" y="552452"/>
            <a:ext cx="1469626" cy="1014412"/>
          </a:xfrm>
        </p:spPr>
        <p:txBody>
          <a:bodyPr>
            <a:norm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8860" y="1273175"/>
            <a:ext cx="1472184" cy="2416175"/>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129"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9700" y="2425701"/>
            <a:ext cx="1472184" cy="2141538"/>
          </a:xfrm>
        </p:spPr>
        <p:txBody>
          <a:bodyPr>
            <a:norm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71394674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p>
            <a:r>
              <a:rPr lang="en-US"/>
              <a:t>Click to edit Master title style</a:t>
            </a:r>
          </a:p>
        </p:txBody>
      </p:sp>
      <p:sp>
        <p:nvSpPr>
          <p:cNvPr id="4" name="Freeform 5">
            <a:extLst>
              <a:ext uri="{FF2B5EF4-FFF2-40B4-BE49-F238E27FC236}">
                <a16:creationId xmlns:a16="http://schemas.microsoft.com/office/drawing/2014/main" id="{9717D698-1CD5-3DBB-E6F0-6A666FC002C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2" name="Content Placeholder 32">
            <a:extLst>
              <a:ext uri="{FF2B5EF4-FFF2-40B4-BE49-F238E27FC236}">
                <a16:creationId xmlns:a16="http://schemas.microsoft.com/office/drawing/2014/main" id="{A490754B-D1F8-CE62-E8EF-36BE7BDFE0F8}"/>
              </a:ext>
            </a:extLst>
          </p:cNvPr>
          <p:cNvSpPr>
            <a:spLocks noGrp="1"/>
          </p:cNvSpPr>
          <p:nvPr>
            <p:ph sz="quarter" idx="40"/>
          </p:nvPr>
        </p:nvSpPr>
        <p:spPr>
          <a:xfrm>
            <a:off x="549274" y="4281488"/>
            <a:ext cx="1976400" cy="1449388"/>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2">
            <a:extLst>
              <a:ext uri="{FF2B5EF4-FFF2-40B4-BE49-F238E27FC236}">
                <a16:creationId xmlns:a16="http://schemas.microsoft.com/office/drawing/2014/main" id="{A5DA0F04-8116-7BA0-E457-94FD332816D8}"/>
              </a:ext>
            </a:extLst>
          </p:cNvPr>
          <p:cNvSpPr>
            <a:spLocks noGrp="1"/>
          </p:cNvSpPr>
          <p:nvPr>
            <p:ph sz="quarter" idx="51"/>
          </p:nvPr>
        </p:nvSpPr>
        <p:spPr>
          <a:xfrm>
            <a:off x="2615081" y="4281488"/>
            <a:ext cx="1976400" cy="1449388"/>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2">
            <a:extLst>
              <a:ext uri="{FF2B5EF4-FFF2-40B4-BE49-F238E27FC236}">
                <a16:creationId xmlns:a16="http://schemas.microsoft.com/office/drawing/2014/main" id="{75C2BDA4-C648-9770-2B35-80227BE5101F}"/>
              </a:ext>
            </a:extLst>
          </p:cNvPr>
          <p:cNvSpPr>
            <a:spLocks noGrp="1"/>
          </p:cNvSpPr>
          <p:nvPr>
            <p:ph sz="quarter" idx="52"/>
          </p:nvPr>
        </p:nvSpPr>
        <p:spPr>
          <a:xfrm>
            <a:off x="4680888" y="4281488"/>
            <a:ext cx="1976400" cy="1449388"/>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2">
            <a:extLst>
              <a:ext uri="{FF2B5EF4-FFF2-40B4-BE49-F238E27FC236}">
                <a16:creationId xmlns:a16="http://schemas.microsoft.com/office/drawing/2014/main" id="{8B39A9C4-D7A4-E549-1269-D0689D68DDA5}"/>
              </a:ext>
            </a:extLst>
          </p:cNvPr>
          <p:cNvSpPr>
            <a:spLocks noGrp="1"/>
          </p:cNvSpPr>
          <p:nvPr>
            <p:ph sz="quarter" idx="53"/>
          </p:nvPr>
        </p:nvSpPr>
        <p:spPr>
          <a:xfrm>
            <a:off x="6746696" y="4281488"/>
            <a:ext cx="1976400" cy="1449388"/>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2">
            <a:extLst>
              <a:ext uri="{FF2B5EF4-FFF2-40B4-BE49-F238E27FC236}">
                <a16:creationId xmlns:a16="http://schemas.microsoft.com/office/drawing/2014/main" id="{1E2C1BC2-2A82-46A0-A0AC-06EF5D72BB55}"/>
              </a:ext>
            </a:extLst>
          </p:cNvPr>
          <p:cNvSpPr>
            <a:spLocks noGrp="1"/>
          </p:cNvSpPr>
          <p:nvPr>
            <p:ph sz="quarter" idx="54"/>
          </p:nvPr>
        </p:nvSpPr>
        <p:spPr>
          <a:xfrm>
            <a:off x="8812504" y="4281488"/>
            <a:ext cx="1976400" cy="1449388"/>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482590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p>
            <a:r>
              <a:rPr lang="en-US"/>
              <a:t>Click to edit Master title style</a:t>
            </a:r>
          </a:p>
        </p:txBody>
      </p:sp>
      <p:sp>
        <p:nvSpPr>
          <p:cNvPr id="6" name="Freeform 5">
            <a:extLst>
              <a:ext uri="{FF2B5EF4-FFF2-40B4-BE49-F238E27FC236}">
                <a16:creationId xmlns:a16="http://schemas.microsoft.com/office/drawing/2014/main" id="{60E20A95-EEA0-4571-C3C8-4DFEEFF15173}"/>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Content Placeholder 32">
            <a:extLst>
              <a:ext uri="{FF2B5EF4-FFF2-40B4-BE49-F238E27FC236}">
                <a16:creationId xmlns:a16="http://schemas.microsoft.com/office/drawing/2014/main" id="{DB59B41F-8B55-794A-3F77-AE53B33CD4A5}"/>
              </a:ext>
            </a:extLst>
          </p:cNvPr>
          <p:cNvSpPr>
            <a:spLocks noGrp="1"/>
          </p:cNvSpPr>
          <p:nvPr>
            <p:ph sz="quarter" idx="54"/>
          </p:nvPr>
        </p:nvSpPr>
        <p:spPr>
          <a:xfrm>
            <a:off x="1490925" y="4748325"/>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2">
            <a:extLst>
              <a:ext uri="{FF2B5EF4-FFF2-40B4-BE49-F238E27FC236}">
                <a16:creationId xmlns:a16="http://schemas.microsoft.com/office/drawing/2014/main" id="{F4B11347-6335-BD0B-19CB-DE46D83EC00B}"/>
              </a:ext>
            </a:extLst>
          </p:cNvPr>
          <p:cNvSpPr>
            <a:spLocks noGrp="1"/>
          </p:cNvSpPr>
          <p:nvPr>
            <p:ph sz="quarter" idx="99"/>
          </p:nvPr>
        </p:nvSpPr>
        <p:spPr>
          <a:xfrm>
            <a:off x="1490925" y="3297351"/>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2">
            <a:extLst>
              <a:ext uri="{FF2B5EF4-FFF2-40B4-BE49-F238E27FC236}">
                <a16:creationId xmlns:a16="http://schemas.microsoft.com/office/drawing/2014/main" id="{7B75F7D5-3F7C-8588-EF48-E65B5FA96F60}"/>
              </a:ext>
            </a:extLst>
          </p:cNvPr>
          <p:cNvSpPr>
            <a:spLocks noGrp="1"/>
          </p:cNvSpPr>
          <p:nvPr>
            <p:ph sz="quarter" idx="100"/>
          </p:nvPr>
        </p:nvSpPr>
        <p:spPr>
          <a:xfrm>
            <a:off x="1490925" y="1851364"/>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2">
            <a:extLst>
              <a:ext uri="{FF2B5EF4-FFF2-40B4-BE49-F238E27FC236}">
                <a16:creationId xmlns:a16="http://schemas.microsoft.com/office/drawing/2014/main" id="{ED90E9CB-F8ED-F8F8-FCDE-EEFCFD0444F4}"/>
              </a:ext>
            </a:extLst>
          </p:cNvPr>
          <p:cNvSpPr>
            <a:spLocks noGrp="1"/>
          </p:cNvSpPr>
          <p:nvPr>
            <p:ph sz="quarter" idx="101"/>
          </p:nvPr>
        </p:nvSpPr>
        <p:spPr>
          <a:xfrm>
            <a:off x="5347251" y="4748325"/>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2">
            <a:extLst>
              <a:ext uri="{FF2B5EF4-FFF2-40B4-BE49-F238E27FC236}">
                <a16:creationId xmlns:a16="http://schemas.microsoft.com/office/drawing/2014/main" id="{9E41DCBF-7799-A75F-2849-ECA1B9081B1F}"/>
              </a:ext>
            </a:extLst>
          </p:cNvPr>
          <p:cNvSpPr>
            <a:spLocks noGrp="1"/>
          </p:cNvSpPr>
          <p:nvPr>
            <p:ph sz="quarter" idx="102"/>
          </p:nvPr>
        </p:nvSpPr>
        <p:spPr>
          <a:xfrm>
            <a:off x="5347251" y="3297351"/>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2">
            <a:extLst>
              <a:ext uri="{FF2B5EF4-FFF2-40B4-BE49-F238E27FC236}">
                <a16:creationId xmlns:a16="http://schemas.microsoft.com/office/drawing/2014/main" id="{1B900BCF-8E7F-7E42-715F-E1A70B1BDFA4}"/>
              </a:ext>
            </a:extLst>
          </p:cNvPr>
          <p:cNvSpPr>
            <a:spLocks noGrp="1"/>
          </p:cNvSpPr>
          <p:nvPr>
            <p:ph sz="quarter" idx="103"/>
          </p:nvPr>
        </p:nvSpPr>
        <p:spPr>
          <a:xfrm>
            <a:off x="5347251" y="1851364"/>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2">
            <a:extLst>
              <a:ext uri="{FF2B5EF4-FFF2-40B4-BE49-F238E27FC236}">
                <a16:creationId xmlns:a16="http://schemas.microsoft.com/office/drawing/2014/main" id="{544ABB78-8811-D177-25F7-31ABFB6D83AE}"/>
              </a:ext>
            </a:extLst>
          </p:cNvPr>
          <p:cNvSpPr>
            <a:spLocks noGrp="1"/>
          </p:cNvSpPr>
          <p:nvPr>
            <p:ph sz="quarter" idx="104"/>
          </p:nvPr>
        </p:nvSpPr>
        <p:spPr>
          <a:xfrm>
            <a:off x="9154043" y="4748325"/>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2">
            <a:extLst>
              <a:ext uri="{FF2B5EF4-FFF2-40B4-BE49-F238E27FC236}">
                <a16:creationId xmlns:a16="http://schemas.microsoft.com/office/drawing/2014/main" id="{A2B9C964-7665-8BD2-1ED3-88469404199F}"/>
              </a:ext>
            </a:extLst>
          </p:cNvPr>
          <p:cNvSpPr>
            <a:spLocks noGrp="1"/>
          </p:cNvSpPr>
          <p:nvPr>
            <p:ph sz="quarter" idx="105"/>
          </p:nvPr>
        </p:nvSpPr>
        <p:spPr>
          <a:xfrm>
            <a:off x="9154043" y="3297351"/>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2">
            <a:extLst>
              <a:ext uri="{FF2B5EF4-FFF2-40B4-BE49-F238E27FC236}">
                <a16:creationId xmlns:a16="http://schemas.microsoft.com/office/drawing/2014/main" id="{65AA16C9-22EA-082C-B8F6-7384FB4BEB18}"/>
              </a:ext>
            </a:extLst>
          </p:cNvPr>
          <p:cNvSpPr>
            <a:spLocks noGrp="1"/>
          </p:cNvSpPr>
          <p:nvPr>
            <p:ph sz="quarter" idx="106"/>
          </p:nvPr>
        </p:nvSpPr>
        <p:spPr>
          <a:xfrm>
            <a:off x="9154043" y="1851364"/>
            <a:ext cx="24048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998501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p>
            <a:r>
              <a:rPr lang="en-US"/>
              <a:t>Click to edit Master title style</a:t>
            </a:r>
          </a:p>
        </p:txBody>
      </p:sp>
      <p:sp>
        <p:nvSpPr>
          <p:cNvPr id="7" name="Freeform 5">
            <a:extLst>
              <a:ext uri="{FF2B5EF4-FFF2-40B4-BE49-F238E27FC236}">
                <a16:creationId xmlns:a16="http://schemas.microsoft.com/office/drawing/2014/main" id="{71A8BD57-464A-7786-334E-596380BA0688}"/>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Content Placeholder 32">
            <a:extLst>
              <a:ext uri="{FF2B5EF4-FFF2-40B4-BE49-F238E27FC236}">
                <a16:creationId xmlns:a16="http://schemas.microsoft.com/office/drawing/2014/main" id="{40F635CD-74BD-7E19-F4A8-0259CE917372}"/>
              </a:ext>
            </a:extLst>
          </p:cNvPr>
          <p:cNvSpPr>
            <a:spLocks noGrp="1"/>
          </p:cNvSpPr>
          <p:nvPr>
            <p:ph sz="quarter" idx="54"/>
          </p:nvPr>
        </p:nvSpPr>
        <p:spPr>
          <a:xfrm>
            <a:off x="554038" y="5569453"/>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2">
            <a:extLst>
              <a:ext uri="{FF2B5EF4-FFF2-40B4-BE49-F238E27FC236}">
                <a16:creationId xmlns:a16="http://schemas.microsoft.com/office/drawing/2014/main" id="{8223DFB8-E895-AA90-A20B-C54F156DF797}"/>
              </a:ext>
            </a:extLst>
          </p:cNvPr>
          <p:cNvSpPr>
            <a:spLocks noGrp="1"/>
          </p:cNvSpPr>
          <p:nvPr>
            <p:ph sz="quarter" idx="102"/>
          </p:nvPr>
        </p:nvSpPr>
        <p:spPr>
          <a:xfrm>
            <a:off x="554038" y="3997820"/>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2">
            <a:extLst>
              <a:ext uri="{FF2B5EF4-FFF2-40B4-BE49-F238E27FC236}">
                <a16:creationId xmlns:a16="http://schemas.microsoft.com/office/drawing/2014/main" id="{02A600ED-0054-3F27-78FD-6F2A23057BB6}"/>
              </a:ext>
            </a:extLst>
          </p:cNvPr>
          <p:cNvSpPr>
            <a:spLocks noGrp="1"/>
          </p:cNvSpPr>
          <p:nvPr>
            <p:ph sz="quarter" idx="103"/>
          </p:nvPr>
        </p:nvSpPr>
        <p:spPr>
          <a:xfrm>
            <a:off x="554038" y="2426187"/>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2">
            <a:extLst>
              <a:ext uri="{FF2B5EF4-FFF2-40B4-BE49-F238E27FC236}">
                <a16:creationId xmlns:a16="http://schemas.microsoft.com/office/drawing/2014/main" id="{C18A60BE-93EF-CE14-D97B-022190977EDF}"/>
              </a:ext>
            </a:extLst>
          </p:cNvPr>
          <p:cNvSpPr>
            <a:spLocks noGrp="1"/>
          </p:cNvSpPr>
          <p:nvPr>
            <p:ph sz="quarter" idx="104"/>
          </p:nvPr>
        </p:nvSpPr>
        <p:spPr>
          <a:xfrm>
            <a:off x="3356722" y="5569453"/>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2">
            <a:extLst>
              <a:ext uri="{FF2B5EF4-FFF2-40B4-BE49-F238E27FC236}">
                <a16:creationId xmlns:a16="http://schemas.microsoft.com/office/drawing/2014/main" id="{1C2A3482-68F8-DB7C-4B39-C096BA1B8074}"/>
              </a:ext>
            </a:extLst>
          </p:cNvPr>
          <p:cNvSpPr>
            <a:spLocks noGrp="1"/>
          </p:cNvSpPr>
          <p:nvPr>
            <p:ph sz="quarter" idx="105"/>
          </p:nvPr>
        </p:nvSpPr>
        <p:spPr>
          <a:xfrm>
            <a:off x="3356722" y="3997820"/>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2">
            <a:extLst>
              <a:ext uri="{FF2B5EF4-FFF2-40B4-BE49-F238E27FC236}">
                <a16:creationId xmlns:a16="http://schemas.microsoft.com/office/drawing/2014/main" id="{6AF802DF-3754-284E-329B-5971ACFDF042}"/>
              </a:ext>
            </a:extLst>
          </p:cNvPr>
          <p:cNvSpPr>
            <a:spLocks noGrp="1"/>
          </p:cNvSpPr>
          <p:nvPr>
            <p:ph sz="quarter" idx="106"/>
          </p:nvPr>
        </p:nvSpPr>
        <p:spPr>
          <a:xfrm>
            <a:off x="3356722" y="2426187"/>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2">
            <a:extLst>
              <a:ext uri="{FF2B5EF4-FFF2-40B4-BE49-F238E27FC236}">
                <a16:creationId xmlns:a16="http://schemas.microsoft.com/office/drawing/2014/main" id="{F35EFF3E-2E3B-CABA-2FD0-6FB3329560A0}"/>
              </a:ext>
            </a:extLst>
          </p:cNvPr>
          <p:cNvSpPr>
            <a:spLocks noGrp="1"/>
          </p:cNvSpPr>
          <p:nvPr>
            <p:ph sz="quarter" idx="107"/>
          </p:nvPr>
        </p:nvSpPr>
        <p:spPr>
          <a:xfrm>
            <a:off x="6174265" y="5569453"/>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32">
            <a:extLst>
              <a:ext uri="{FF2B5EF4-FFF2-40B4-BE49-F238E27FC236}">
                <a16:creationId xmlns:a16="http://schemas.microsoft.com/office/drawing/2014/main" id="{7D527E6A-554A-9C8B-5F36-E50B0D936C02}"/>
              </a:ext>
            </a:extLst>
          </p:cNvPr>
          <p:cNvSpPr>
            <a:spLocks noGrp="1"/>
          </p:cNvSpPr>
          <p:nvPr>
            <p:ph sz="quarter" idx="108"/>
          </p:nvPr>
        </p:nvSpPr>
        <p:spPr>
          <a:xfrm>
            <a:off x="6174265" y="3997820"/>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2">
            <a:extLst>
              <a:ext uri="{FF2B5EF4-FFF2-40B4-BE49-F238E27FC236}">
                <a16:creationId xmlns:a16="http://schemas.microsoft.com/office/drawing/2014/main" id="{155BCA80-21A1-AAAE-641C-E079927BB15E}"/>
              </a:ext>
            </a:extLst>
          </p:cNvPr>
          <p:cNvSpPr>
            <a:spLocks noGrp="1"/>
          </p:cNvSpPr>
          <p:nvPr>
            <p:ph sz="quarter" idx="109"/>
          </p:nvPr>
        </p:nvSpPr>
        <p:spPr>
          <a:xfrm>
            <a:off x="6174265" y="2426187"/>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2">
            <a:extLst>
              <a:ext uri="{FF2B5EF4-FFF2-40B4-BE49-F238E27FC236}">
                <a16:creationId xmlns:a16="http://schemas.microsoft.com/office/drawing/2014/main" id="{1E67E09F-65C7-7551-789C-689758B44788}"/>
              </a:ext>
            </a:extLst>
          </p:cNvPr>
          <p:cNvSpPr>
            <a:spLocks noGrp="1"/>
          </p:cNvSpPr>
          <p:nvPr>
            <p:ph sz="quarter" idx="110"/>
          </p:nvPr>
        </p:nvSpPr>
        <p:spPr>
          <a:xfrm>
            <a:off x="9004874" y="5569453"/>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32">
            <a:extLst>
              <a:ext uri="{FF2B5EF4-FFF2-40B4-BE49-F238E27FC236}">
                <a16:creationId xmlns:a16="http://schemas.microsoft.com/office/drawing/2014/main" id="{5D9706D0-DB45-BC1F-FCD8-9B3ECD4B25DC}"/>
              </a:ext>
            </a:extLst>
          </p:cNvPr>
          <p:cNvSpPr>
            <a:spLocks noGrp="1"/>
          </p:cNvSpPr>
          <p:nvPr>
            <p:ph sz="quarter" idx="111"/>
          </p:nvPr>
        </p:nvSpPr>
        <p:spPr>
          <a:xfrm>
            <a:off x="9004874" y="3997820"/>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 Placeholder 32">
            <a:extLst>
              <a:ext uri="{FF2B5EF4-FFF2-40B4-BE49-F238E27FC236}">
                <a16:creationId xmlns:a16="http://schemas.microsoft.com/office/drawing/2014/main" id="{884C0896-1F25-799E-F492-348634553B3B}"/>
              </a:ext>
            </a:extLst>
          </p:cNvPr>
          <p:cNvSpPr>
            <a:spLocks noGrp="1"/>
          </p:cNvSpPr>
          <p:nvPr>
            <p:ph sz="quarter" idx="112"/>
          </p:nvPr>
        </p:nvSpPr>
        <p:spPr>
          <a:xfrm>
            <a:off x="9004874" y="2426187"/>
            <a:ext cx="2624400" cy="588286"/>
          </a:xfrm>
        </p:spPr>
        <p:txBody>
          <a:bodyPr>
            <a:norm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5657949"/>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p>
            <a:r>
              <a:rPr lang="en-US"/>
              <a:t>Click to edit Master title style</a:t>
            </a:r>
          </a:p>
        </p:txBody>
      </p:sp>
      <p:sp>
        <p:nvSpPr>
          <p:cNvPr id="2" name="Freeform 5">
            <a:extLst>
              <a:ext uri="{FF2B5EF4-FFF2-40B4-BE49-F238E27FC236}">
                <a16:creationId xmlns:a16="http://schemas.microsoft.com/office/drawing/2014/main" id="{A43186F8-0EA6-5198-1B39-E155A2FB6C36}"/>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1" name="Text Placeholder 28">
            <a:extLst>
              <a:ext uri="{FF2B5EF4-FFF2-40B4-BE49-F238E27FC236}">
                <a16:creationId xmlns:a16="http://schemas.microsoft.com/office/drawing/2014/main" id="{8797249A-0895-640A-3C86-1480F09097A3}"/>
              </a:ext>
            </a:extLst>
          </p:cNvPr>
          <p:cNvSpPr>
            <a:spLocks noGrp="1"/>
          </p:cNvSpPr>
          <p:nvPr>
            <p:ph type="body" sz="quarter" idx="94"/>
          </p:nvPr>
        </p:nvSpPr>
        <p:spPr>
          <a:xfrm>
            <a:off x="539751" y="427355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35D47A3C-8E02-4C70-4FB9-43DAB1B59A70}"/>
              </a:ext>
            </a:extLst>
          </p:cNvPr>
          <p:cNvSpPr>
            <a:spLocks noGrp="1"/>
          </p:cNvSpPr>
          <p:nvPr>
            <p:ph type="body" sz="quarter" idx="95"/>
          </p:nvPr>
        </p:nvSpPr>
        <p:spPr>
          <a:xfrm>
            <a:off x="3367088" y="2146298"/>
            <a:ext cx="5448301" cy="344011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053246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421699" cy="434976"/>
          </a:xfrm>
        </p:spPr>
        <p:txBody>
          <a:bodyPr rIns="274320"/>
          <a:lstStyle>
            <a:lvl1pPr>
              <a:defRPr>
                <a:solidFill>
                  <a:schemeClr val="bg1"/>
                </a:solidFill>
              </a:defRPr>
            </a:lvl1pPr>
          </a:lstStyle>
          <a:p>
            <a:r>
              <a:rPr lang="en-US"/>
              <a:t>Click to edit Master title style</a:t>
            </a:r>
          </a:p>
        </p:txBody>
      </p:sp>
      <p:sp>
        <p:nvSpPr>
          <p:cNvPr id="15" name="Text Placeholder 10">
            <a:extLst>
              <a:ext uri="{FF2B5EF4-FFF2-40B4-BE49-F238E27FC236}">
                <a16:creationId xmlns:a16="http://schemas.microsoft.com/office/drawing/2014/main" id="{C04BF789-84A7-0CA2-9DF8-1B3053E5048C}"/>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1783916"/>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r>
              <a:rPr lang="en-US"/>
              <a:t>See slide 5 for instructions on how to update footer</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0" name="Freeform 19">
            <a:extLst>
              <a:ext uri="{FF2B5EF4-FFF2-40B4-BE49-F238E27FC236}">
                <a16:creationId xmlns:a16="http://schemas.microsoft.com/office/drawing/2014/main" id="{091F8258-6B33-2DAE-610E-A14A266200A5}"/>
              </a:ext>
            </a:extLst>
          </p:cNvPr>
          <p:cNvSpPr/>
          <p:nvPr/>
        </p:nvSpPr>
        <p:spPr>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146298"/>
            <a:ext cx="4057649" cy="4711702"/>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EF9EC52F-C370-604D-C528-F596723637C4}"/>
              </a:ext>
            </a:extLst>
          </p:cNvPr>
          <p:cNvSpPr>
            <a:spLocks noGrp="1"/>
          </p:cNvSpPr>
          <p:nvPr>
            <p:ph type="title"/>
          </p:nvPr>
        </p:nvSpPr>
        <p:spPr>
          <a:xfrm>
            <a:off x="539520" y="552450"/>
            <a:ext cx="3518129" cy="434975"/>
          </a:xfrm>
        </p:spPr>
        <p:txBody>
          <a:bodyPr rIns="274320"/>
          <a:lstStyle>
            <a:lvl1pPr>
              <a:defRPr>
                <a:solidFill>
                  <a:schemeClr val="bg1"/>
                </a:solidFill>
              </a:defRPr>
            </a:lvl1pPr>
          </a:lstStyle>
          <a:p>
            <a:r>
              <a:rPr lang="en-US"/>
              <a:t>Click to edit Master title style</a:t>
            </a:r>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6" name="Text Placeholder 10">
            <a:extLst>
              <a:ext uri="{FF2B5EF4-FFF2-40B4-BE49-F238E27FC236}">
                <a16:creationId xmlns:a16="http://schemas.microsoft.com/office/drawing/2014/main" id="{13CB873E-451B-AD74-97A9-A588E4BAB870}"/>
              </a:ext>
            </a:extLst>
          </p:cNvPr>
          <p:cNvSpPr>
            <a:spLocks noGrp="1"/>
          </p:cNvSpPr>
          <p:nvPr>
            <p:ph type="body" sz="quarter" idx="58"/>
          </p:nvPr>
        </p:nvSpPr>
        <p:spPr>
          <a:xfrm>
            <a:off x="548640" y="1127125"/>
            <a:ext cx="3421698"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Tree>
    <p:extLst>
      <p:ext uri="{BB962C8B-B14F-4D97-AF65-F5344CB8AC3E}">
        <p14:creationId xmlns:p14="http://schemas.microsoft.com/office/powerpoint/2010/main" val="224187767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30167708"/>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Back Cover 2">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F3627AB0-E708-9761-7C3D-9B9DBEF4F9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12192000"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363673483"/>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4" name="Freeform 19">
            <a:extLst>
              <a:ext uri="{FF2B5EF4-FFF2-40B4-BE49-F238E27FC236}">
                <a16:creationId xmlns:a16="http://schemas.microsoft.com/office/drawing/2014/main" id="{D3B5462B-E2B3-7CAB-8405-4B77B98FFBAE}"/>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2517145916"/>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1485981070"/>
      </p:ext>
    </p:extLst>
  </p:cSld>
  <p:clrMapOvr>
    <a:overrideClrMapping bg1="dk1" tx1="lt1" bg2="dk2" tx2="lt2" accent1="accent1" accent2="accent2" accent3="accent3" accent4="accent4" accent5="accent5" accent6="accent6" hlink="hlink" folHlink="folHlink"/>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3799858916"/>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a:solidFill>
                  <a:schemeClr val="tx1"/>
                </a:solidFill>
              </a:defRPr>
            </a:lvl1pPr>
          </a:lstStyle>
          <a:p>
            <a:r>
              <a:rPr lang="en-US"/>
              <a:t>Click to edit Master title style</a:t>
            </a:r>
          </a:p>
        </p:txBody>
      </p:sp>
      <p:sp>
        <p:nvSpPr>
          <p:cNvPr id="6" name="Freeform 19">
            <a:extLst>
              <a:ext uri="{FF2B5EF4-FFF2-40B4-BE49-F238E27FC236}">
                <a16:creationId xmlns:a16="http://schemas.microsoft.com/office/drawing/2014/main" id="{3EF01857-B116-6C78-4866-FF4DDE73D961}"/>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Tree>
    <p:extLst>
      <p:ext uri="{BB962C8B-B14F-4D97-AF65-F5344CB8AC3E}">
        <p14:creationId xmlns:p14="http://schemas.microsoft.com/office/powerpoint/2010/main" val="966665820"/>
      </p:ext>
    </p:extLst>
  </p:cSld>
  <p:clrMapOvr>
    <a:overrideClrMapping bg1="dk1" tx1="lt1" bg2="dk2" tx2="lt2" accent1="accent1" accent2="accent2" accent3="accent3" accent4="accent4" accent5="accent5" accent6="accent6" hlink="hlink" folHlink="folHlink"/>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r>
              <a:rPr lang="en-US"/>
              <a:t>See slide 5 for instructions on how to update footer</a:t>
            </a:r>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269875"/>
            <a:ext cx="11089323" cy="5597525"/>
          </a:xfrm>
          <a:prstGeom prst="rect">
            <a:avLst/>
          </a:prstGeom>
          <a:noFill/>
        </p:spPr>
        <p:txBody>
          <a:bodyPr wrap="square" lIns="0" tIns="0" rIns="0" bIns="0" numCol="2">
            <a:noAutofit/>
          </a:bodyPr>
          <a:lstStyle/>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2024 Moody’s Corporation, Moody’s Investors Service, Inc., Moody’s Analytics, Inc. and/or their licensors and affiliates (collectively, “MOODY’S”). All rights reserved.</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142240">
              <a:spcBef>
                <a:spcPts val="0"/>
              </a:spcBef>
              <a:spcAft>
                <a:spcPts val="0"/>
              </a:spcAft>
            </a:pPr>
            <a:r>
              <a:rPr lang="en-US" sz="700" u="none" strike="noStrike">
                <a:solidFill>
                  <a:schemeClr val="tx1"/>
                </a:solidFill>
                <a:effectLst/>
                <a:latin typeface="+mn-lt"/>
                <a:ea typeface="GT America Regular" pitchFamily="2" charset="77"/>
                <a:cs typeface="GT America Regular" pitchFamily="2" charset="77"/>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US" sz="700" u="sng">
              <a:solidFill>
                <a:schemeClr val="tx1"/>
              </a:solidFill>
              <a:effectLst/>
              <a:latin typeface="+mn-lt"/>
              <a:ea typeface="GT America Regular" pitchFamily="2" charset="77"/>
              <a:cs typeface="GT America Regular" pitchFamily="2" charset="77"/>
            </a:endParaRP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MOODY’S CREDIT RATINGS</a:t>
            </a:r>
            <a:r>
              <a:rPr lang="en-US" sz="700" b="1">
                <a:solidFill>
                  <a:schemeClr val="tx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MOODY’S CREDIT RATINGS</a:t>
            </a:r>
            <a:r>
              <a:rPr lang="en-US" sz="700" b="1">
                <a:solidFill>
                  <a:schemeClr val="tx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ASSESSMENTS, OTHER OPINIONS AND MATERIALS ARE NOT INTENDED FOR USE BY ANY PERSON AS A BENCHMARK AS THAT TERM IS DEFINED FOR REGULATORY PURPOSES AND MUST NOT BE USED IN ANY WAY THAT COULD RESULT IN THEM BEING CONSIDERED A BENCHMARK.</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p>
          <a:p>
            <a:pPr marL="0" marR="0">
              <a:lnSpc>
                <a:spcPct val="95000"/>
              </a:lnSpc>
              <a:spcBef>
                <a:spcPts val="0"/>
              </a:spcBef>
              <a:spcAft>
                <a:spcPts val="0"/>
              </a:spcAf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NO WARRANTY, EXPRESS OR IMPLIED, AS TO THE ACCURACY, TIMELINESS, COMPLETENESS, MERCHANTABILITY OR FITNESS FOR ANY PARTICULAR PURPOSE OF ANY CREDIT RATING, ASSESSMENT, OTHER OPINION OR INFORMATION IS GIVEN OR MADE BY MOODY’S IN ANY FORM OR MANNER WHATSOEVER.</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to Moody’s Investors Service, Inc. for credit ratings opinions and services rendered by it. MCO and Moody’s Investors Service also maintain policies and procedures to address the independence of Moody’s Investors Service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00" u="sng">
                <a:solidFill>
                  <a:schemeClr val="accent1"/>
                </a:solidFill>
                <a:effectLst/>
                <a:latin typeface="+mn-lt"/>
                <a:ea typeface="GT America Regular" pitchFamily="2" charset="77"/>
                <a:cs typeface="GT America Regular" pitchFamily="2" charset="77"/>
                <a:hlinkClick r:id="rId2">
                  <a:extLst>
                    <a:ext uri="{A12FA001-AC4F-418D-AE19-62706E023703}">
                      <ahyp:hlinkClr xmlns:ahyp="http://schemas.microsoft.com/office/drawing/2018/hyperlinkcolor" val="tx"/>
                    </a:ext>
                  </a:extLst>
                </a:hlinkClick>
              </a:rPr>
              <a:t>www.moodys.com</a:t>
            </a:r>
            <a:r>
              <a:rPr lang="en-US" sz="700">
                <a:solidFill>
                  <a:schemeClr val="accent1"/>
                </a:solidFill>
                <a:effectLst/>
                <a:latin typeface="+mn-lt"/>
                <a:ea typeface="GT America Regular" pitchFamily="2" charset="77"/>
                <a:cs typeface="GT America Regular" pitchFamily="2" charset="77"/>
              </a:rPr>
              <a:t> </a:t>
            </a:r>
            <a:r>
              <a:rPr lang="en-US" sz="700">
                <a:solidFill>
                  <a:schemeClr val="tx1"/>
                </a:solidFill>
                <a:effectLst/>
                <a:latin typeface="+mn-lt"/>
                <a:ea typeface="GT America Regular" pitchFamily="2" charset="77"/>
                <a:cs typeface="GT America Regular" pitchFamily="2" charset="77"/>
              </a:rPr>
              <a:t>under the heading “Investor Relations — Corporate Governance — Charter Documents - Director and Shareholder Affiliation Policy.”  </a:t>
            </a:r>
          </a:p>
          <a:p>
            <a:pPr marL="114300" marR="0" indent="0">
              <a:spcBef>
                <a:spcPts val="0"/>
              </a:spcBef>
              <a:spcAft>
                <a:spcPts val="0"/>
              </a:spcAft>
              <a:tabLst/>
            </a:pPr>
            <a:r>
              <a:rPr lang="en-US" sz="700" b="1" i="1">
                <a:solidFill>
                  <a:schemeClr val="tx1"/>
                </a:solidFill>
                <a:effectLst/>
                <a:latin typeface="+mn-lt"/>
                <a:ea typeface="GT America Regular" pitchFamily="2" charset="77"/>
                <a:cs typeface="GT America Regular" pitchFamily="2" charset="77"/>
              </a:rPr>
              <a:t> </a:t>
            </a:r>
            <a:endParaRPr lang="en-US" sz="700">
              <a:solidFill>
                <a:schemeClr val="tx1"/>
              </a:solidFill>
              <a:effectLst/>
              <a:latin typeface="+mn-lt"/>
              <a:ea typeface="GT America Regular" pitchFamily="2" charset="77"/>
              <a:cs typeface="GT America Regular" pitchFamily="2" charset="77"/>
            </a:endParaRPr>
          </a:p>
          <a:p>
            <a:pPr marL="114300" marR="0" indent="0">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Moody's SF Japan K.K., Moody's Local AR </a:t>
            </a:r>
            <a:r>
              <a:rPr lang="en-US" sz="700" err="1">
                <a:solidFill>
                  <a:schemeClr val="tx1"/>
                </a:solidFill>
                <a:effectLst/>
                <a:latin typeface="+mn-lt"/>
                <a:ea typeface="GT America Regular" pitchFamily="2" charset="77"/>
                <a:cs typeface="GT America Regular" pitchFamily="2" charset="77"/>
              </a:rPr>
              <a:t>Agente</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Calificación</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Moody’s Local BR </a:t>
            </a:r>
            <a:r>
              <a:rPr lang="en-US" sz="700" err="1">
                <a:solidFill>
                  <a:schemeClr val="tx1"/>
                </a:solidFill>
                <a:effectLst/>
                <a:latin typeface="+mn-lt"/>
                <a:ea typeface="GT America Regular" pitchFamily="2" charset="77"/>
                <a:cs typeface="GT America Regular" pitchFamily="2" charset="77"/>
              </a:rPr>
              <a:t>Agência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Classificação</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Risco</a:t>
            </a:r>
            <a:r>
              <a:rPr lang="en-US" sz="700">
                <a:solidFill>
                  <a:schemeClr val="tx1"/>
                </a:solidFill>
                <a:effectLst/>
                <a:latin typeface="+mn-lt"/>
                <a:ea typeface="GT America Regular" pitchFamily="2" charset="77"/>
                <a:cs typeface="GT America Regular" pitchFamily="2" charset="77"/>
              </a:rPr>
              <a:t> LTDA, Moody’s Local MX S.A. de C.V, I.C.V., Moody's Local PE </a:t>
            </a:r>
            <a:r>
              <a:rPr lang="en-US" sz="700" err="1">
                <a:solidFill>
                  <a:schemeClr val="tx1"/>
                </a:solidFill>
                <a:effectLst/>
                <a:latin typeface="+mn-lt"/>
                <a:ea typeface="GT America Regular" pitchFamily="2" charset="77"/>
                <a:cs typeface="GT America Regular" pitchFamily="2" charset="77"/>
              </a:rPr>
              <a:t>Clasificadora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and Moody's Local PA </a:t>
            </a:r>
            <a:r>
              <a:rPr lang="en-US" sz="700" err="1">
                <a:solidFill>
                  <a:schemeClr val="tx1"/>
                </a:solidFill>
                <a:effectLst/>
                <a:latin typeface="+mn-lt"/>
                <a:ea typeface="GT America Regular" pitchFamily="2" charset="77"/>
                <a:cs typeface="GT America Regular" pitchFamily="2" charset="77"/>
              </a:rPr>
              <a:t>Calificadora</a:t>
            </a:r>
            <a:r>
              <a:rPr lang="en-US" sz="700">
                <a:solidFill>
                  <a:schemeClr val="tx1"/>
                </a:solidFill>
                <a:effectLst/>
                <a:latin typeface="+mn-lt"/>
                <a:ea typeface="GT America Regular" pitchFamily="2" charset="77"/>
                <a:cs typeface="GT America Regular" pitchFamily="2" charset="77"/>
              </a:rPr>
              <a:t> de </a:t>
            </a:r>
            <a:r>
              <a:rPr lang="en-US" sz="700" err="1">
                <a:solidFill>
                  <a:schemeClr val="tx1"/>
                </a:solidFill>
                <a:effectLst/>
                <a:latin typeface="+mn-lt"/>
                <a:ea typeface="GT America Regular" pitchFamily="2" charset="77"/>
                <a:cs typeface="GT America Regular" pitchFamily="2" charset="77"/>
              </a:rPr>
              <a:t>Riesgo</a:t>
            </a:r>
            <a:r>
              <a:rPr lang="en-US" sz="700">
                <a:solidFill>
                  <a:schemeClr val="tx1"/>
                </a:solidFill>
                <a:effectLst/>
                <a:latin typeface="+mn-lt"/>
                <a:ea typeface="GT America Regular" pitchFamily="2" charset="77"/>
                <a:cs typeface="GT America Regular" pitchFamily="2" charset="77"/>
              </a:rPr>
              <a:t> S.A. (collectively, the “Moody’s Non-NRSRO CRAs”) are all indirectly wholly-owned credit rating agency subsidiaries of MCO. None of the Moody’s Non-NRSRO CRAs is a Nationally Recognized Statistical Rating Organization.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Additional terms with respect to Second Party Opinions (as defined in Moody’s Investors Service Rating Symbols and Definitions): Please note that a Second Party Opinion (“SPO”) is not a “credit rating”. The issuance of SPOs is not a regulated activity in many jurisdictions, including Singapore. JAPAN: In Japan, development and provision of SPOs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p>
          <a:p>
            <a:pPr marL="114300" marR="0" indent="0">
              <a:lnSpc>
                <a:spcPct val="95000"/>
              </a:lnSpc>
              <a:spcBef>
                <a:spcPts val="0"/>
              </a:spcBef>
              <a:spcAft>
                <a:spcPts val="0"/>
              </a:spcAft>
              <a:tabLst/>
            </a:pPr>
            <a:r>
              <a:rPr lang="en-US" sz="700">
                <a:solidFill>
                  <a:schemeClr val="tx1"/>
                </a:solidFill>
                <a:effectLst/>
                <a:latin typeface="+mn-lt"/>
                <a:ea typeface="GT America Regular" pitchFamily="2" charset="77"/>
                <a:cs typeface="GT America Regular" pitchFamily="2" charset="77"/>
              </a:rPr>
              <a:t> </a:t>
            </a:r>
          </a:p>
        </p:txBody>
      </p:sp>
      <p:sp>
        <p:nvSpPr>
          <p:cNvPr id="2" name="Freeform 5">
            <a:extLst>
              <a:ext uri="{FF2B5EF4-FFF2-40B4-BE49-F238E27FC236}">
                <a16:creationId xmlns:a16="http://schemas.microsoft.com/office/drawing/2014/main" id="{97B1C835-81AD-EEDE-C89F-1B3485714E5B}"/>
              </a:ext>
            </a:extLst>
          </p:cNvPr>
          <p:cNvSpPr/>
          <p:nvPr userDrawn="1"/>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206415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C6C615-7931-114D-8C04-A5476E220F15}"/>
              </a:ext>
            </a:extLst>
          </p:cNvPr>
          <p:cNvSpPr>
            <a:spLocks noGrp="1"/>
          </p:cNvSpPr>
          <p:nvPr>
            <p:ph type="dt" sz="half" idx="10"/>
          </p:nvPr>
        </p:nvSpPr>
        <p:spPr/>
        <p:txBody>
          <a:bodyPr/>
          <a:lstStyle/>
          <a:p>
            <a:fld id="{8843EEB7-D4E1-D448-BF66-455C6C2AC9BC}" type="datetimeFigureOut">
              <a:rPr lang="en-US" smtClean="0"/>
              <a:t>2/16/2026</a:t>
            </a:fld>
            <a:endParaRPr lang="en-US"/>
          </a:p>
        </p:txBody>
      </p:sp>
      <p:sp>
        <p:nvSpPr>
          <p:cNvPr id="3" name="Footer Placeholder 2">
            <a:extLst>
              <a:ext uri="{FF2B5EF4-FFF2-40B4-BE49-F238E27FC236}">
                <a16:creationId xmlns:a16="http://schemas.microsoft.com/office/drawing/2014/main" id="{00CD7457-84CF-6448-9031-B92EB07872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08AD31-A6E6-F94E-9A01-4364FA9F2F97}"/>
              </a:ext>
            </a:extLst>
          </p:cNvPr>
          <p:cNvSpPr>
            <a:spLocks noGrp="1"/>
          </p:cNvSpPr>
          <p:nvPr>
            <p:ph type="sldNum" sz="quarter" idx="12"/>
          </p:nvPr>
        </p:nvSpPr>
        <p:spPr/>
        <p:txBody>
          <a:bodyPr/>
          <a:lstStyle/>
          <a:p>
            <a:fld id="{9BEDD84C-04F4-FD4A-8F79-23CD1B9A766A}" type="slidenum">
              <a:rPr lang="en-US" smtClean="0"/>
              <a:t>‹#›</a:t>
            </a:fld>
            <a:endParaRPr lang="en-US"/>
          </a:p>
        </p:txBody>
      </p:sp>
    </p:spTree>
    <p:extLst>
      <p:ext uri="{BB962C8B-B14F-4D97-AF65-F5344CB8AC3E}">
        <p14:creationId xmlns:p14="http://schemas.microsoft.com/office/powerpoint/2010/main" val="2811903167"/>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6667383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9" Type="http://schemas.openxmlformats.org/officeDocument/2006/relationships/slideLayout" Target="../slideLayouts/slideLayout121.xml"/><Relationship Id="rId21" Type="http://schemas.openxmlformats.org/officeDocument/2006/relationships/slideLayout" Target="../slideLayouts/slideLayout103.xml"/><Relationship Id="rId34" Type="http://schemas.openxmlformats.org/officeDocument/2006/relationships/slideLayout" Target="../slideLayouts/slideLayout116.xml"/><Relationship Id="rId42" Type="http://schemas.openxmlformats.org/officeDocument/2006/relationships/slideLayout" Target="../slideLayouts/slideLayout124.xml"/><Relationship Id="rId47" Type="http://schemas.openxmlformats.org/officeDocument/2006/relationships/slideLayout" Target="../slideLayouts/slideLayout129.xml"/><Relationship Id="rId50" Type="http://schemas.openxmlformats.org/officeDocument/2006/relationships/slideLayout" Target="../slideLayouts/slideLayout132.xml"/><Relationship Id="rId55" Type="http://schemas.openxmlformats.org/officeDocument/2006/relationships/slideLayout" Target="../slideLayouts/slideLayout137.xml"/><Relationship Id="rId63" Type="http://schemas.openxmlformats.org/officeDocument/2006/relationships/slideLayout" Target="../slideLayouts/slideLayout145.xml"/><Relationship Id="rId7" Type="http://schemas.openxmlformats.org/officeDocument/2006/relationships/slideLayout" Target="../slideLayouts/slideLayout89.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9" Type="http://schemas.openxmlformats.org/officeDocument/2006/relationships/slideLayout" Target="../slideLayouts/slideLayout111.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slideLayout" Target="../slideLayouts/slideLayout114.xml"/><Relationship Id="rId37" Type="http://schemas.openxmlformats.org/officeDocument/2006/relationships/slideLayout" Target="../slideLayouts/slideLayout119.xml"/><Relationship Id="rId40" Type="http://schemas.openxmlformats.org/officeDocument/2006/relationships/slideLayout" Target="../slideLayouts/slideLayout122.xml"/><Relationship Id="rId45" Type="http://schemas.openxmlformats.org/officeDocument/2006/relationships/slideLayout" Target="../slideLayouts/slideLayout127.xml"/><Relationship Id="rId53" Type="http://schemas.openxmlformats.org/officeDocument/2006/relationships/slideLayout" Target="../slideLayouts/slideLayout135.xml"/><Relationship Id="rId58" Type="http://schemas.openxmlformats.org/officeDocument/2006/relationships/slideLayout" Target="../slideLayouts/slideLayout140.xml"/><Relationship Id="rId66" Type="http://schemas.openxmlformats.org/officeDocument/2006/relationships/slideLayout" Target="../slideLayouts/slideLayout148.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36" Type="http://schemas.openxmlformats.org/officeDocument/2006/relationships/slideLayout" Target="../slideLayouts/slideLayout118.xml"/><Relationship Id="rId49" Type="http://schemas.openxmlformats.org/officeDocument/2006/relationships/slideLayout" Target="../slideLayouts/slideLayout131.xml"/><Relationship Id="rId57" Type="http://schemas.openxmlformats.org/officeDocument/2006/relationships/slideLayout" Target="../slideLayouts/slideLayout139.xml"/><Relationship Id="rId61" Type="http://schemas.openxmlformats.org/officeDocument/2006/relationships/slideLayout" Target="../slideLayouts/slideLayout143.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slideLayout" Target="../slideLayouts/slideLayout113.xml"/><Relationship Id="rId44" Type="http://schemas.openxmlformats.org/officeDocument/2006/relationships/slideLayout" Target="../slideLayouts/slideLayout126.xml"/><Relationship Id="rId52" Type="http://schemas.openxmlformats.org/officeDocument/2006/relationships/slideLayout" Target="../slideLayouts/slideLayout134.xml"/><Relationship Id="rId60" Type="http://schemas.openxmlformats.org/officeDocument/2006/relationships/slideLayout" Target="../slideLayouts/slideLayout142.xml"/><Relationship Id="rId65" Type="http://schemas.openxmlformats.org/officeDocument/2006/relationships/slideLayout" Target="../slideLayouts/slideLayout147.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slideLayout" Target="../slideLayouts/slideLayout112.xml"/><Relationship Id="rId35" Type="http://schemas.openxmlformats.org/officeDocument/2006/relationships/slideLayout" Target="../slideLayouts/slideLayout117.xml"/><Relationship Id="rId43" Type="http://schemas.openxmlformats.org/officeDocument/2006/relationships/slideLayout" Target="../slideLayouts/slideLayout125.xml"/><Relationship Id="rId48" Type="http://schemas.openxmlformats.org/officeDocument/2006/relationships/slideLayout" Target="../slideLayouts/slideLayout130.xml"/><Relationship Id="rId56" Type="http://schemas.openxmlformats.org/officeDocument/2006/relationships/slideLayout" Target="../slideLayouts/slideLayout138.xml"/><Relationship Id="rId64" Type="http://schemas.openxmlformats.org/officeDocument/2006/relationships/slideLayout" Target="../slideLayouts/slideLayout146.xml"/><Relationship Id="rId8" Type="http://schemas.openxmlformats.org/officeDocument/2006/relationships/slideLayout" Target="../slideLayouts/slideLayout90.xml"/><Relationship Id="rId51" Type="http://schemas.openxmlformats.org/officeDocument/2006/relationships/slideLayout" Target="../slideLayouts/slideLayout133.xml"/><Relationship Id="rId3" Type="http://schemas.openxmlformats.org/officeDocument/2006/relationships/slideLayout" Target="../slideLayouts/slideLayout85.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33" Type="http://schemas.openxmlformats.org/officeDocument/2006/relationships/slideLayout" Target="../slideLayouts/slideLayout115.xml"/><Relationship Id="rId38" Type="http://schemas.openxmlformats.org/officeDocument/2006/relationships/slideLayout" Target="../slideLayouts/slideLayout120.xml"/><Relationship Id="rId46" Type="http://schemas.openxmlformats.org/officeDocument/2006/relationships/slideLayout" Target="../slideLayouts/slideLayout128.xml"/><Relationship Id="rId59" Type="http://schemas.openxmlformats.org/officeDocument/2006/relationships/slideLayout" Target="../slideLayouts/slideLayout141.xml"/><Relationship Id="rId67" Type="http://schemas.openxmlformats.org/officeDocument/2006/relationships/theme" Target="../theme/theme2.xml"/><Relationship Id="rId20" Type="http://schemas.openxmlformats.org/officeDocument/2006/relationships/slideLayout" Target="../slideLayouts/slideLayout102.xml"/><Relationship Id="rId41" Type="http://schemas.openxmlformats.org/officeDocument/2006/relationships/slideLayout" Target="../slideLayouts/slideLayout123.xml"/><Relationship Id="rId54" Type="http://schemas.openxmlformats.org/officeDocument/2006/relationships/slideLayout" Target="../slideLayouts/slideLayout136.xml"/><Relationship Id="rId62" Type="http://schemas.openxmlformats.org/officeDocument/2006/relationships/slideLayout" Target="../slideLayouts/slideLayout14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61.xml"/><Relationship Id="rId18" Type="http://schemas.openxmlformats.org/officeDocument/2006/relationships/slideLayout" Target="../slideLayouts/slideLayout166.xml"/><Relationship Id="rId26" Type="http://schemas.openxmlformats.org/officeDocument/2006/relationships/slideLayout" Target="../slideLayouts/slideLayout174.xml"/><Relationship Id="rId39" Type="http://schemas.openxmlformats.org/officeDocument/2006/relationships/slideLayout" Target="../slideLayouts/slideLayout187.xml"/><Relationship Id="rId21" Type="http://schemas.openxmlformats.org/officeDocument/2006/relationships/slideLayout" Target="../slideLayouts/slideLayout169.xml"/><Relationship Id="rId34" Type="http://schemas.openxmlformats.org/officeDocument/2006/relationships/slideLayout" Target="../slideLayouts/slideLayout182.xml"/><Relationship Id="rId42" Type="http://schemas.openxmlformats.org/officeDocument/2006/relationships/slideLayout" Target="../slideLayouts/slideLayout190.xml"/><Relationship Id="rId47" Type="http://schemas.openxmlformats.org/officeDocument/2006/relationships/slideLayout" Target="../slideLayouts/slideLayout195.xml"/><Relationship Id="rId50" Type="http://schemas.openxmlformats.org/officeDocument/2006/relationships/slideLayout" Target="../slideLayouts/slideLayout198.xml"/><Relationship Id="rId55" Type="http://schemas.openxmlformats.org/officeDocument/2006/relationships/slideLayout" Target="../slideLayouts/slideLayout203.xml"/><Relationship Id="rId63" Type="http://schemas.openxmlformats.org/officeDocument/2006/relationships/slideLayout" Target="../slideLayouts/slideLayout211.xml"/><Relationship Id="rId68" Type="http://schemas.openxmlformats.org/officeDocument/2006/relationships/slideLayout" Target="../slideLayouts/slideLayout216.xml"/><Relationship Id="rId76" Type="http://schemas.openxmlformats.org/officeDocument/2006/relationships/slideLayout" Target="../slideLayouts/slideLayout224.xml"/><Relationship Id="rId7" Type="http://schemas.openxmlformats.org/officeDocument/2006/relationships/slideLayout" Target="../slideLayouts/slideLayout155.xml"/><Relationship Id="rId71" Type="http://schemas.openxmlformats.org/officeDocument/2006/relationships/slideLayout" Target="../slideLayouts/slideLayout219.xml"/><Relationship Id="rId2" Type="http://schemas.openxmlformats.org/officeDocument/2006/relationships/slideLayout" Target="../slideLayouts/slideLayout150.xml"/><Relationship Id="rId16" Type="http://schemas.openxmlformats.org/officeDocument/2006/relationships/slideLayout" Target="../slideLayouts/slideLayout164.xml"/><Relationship Id="rId29" Type="http://schemas.openxmlformats.org/officeDocument/2006/relationships/slideLayout" Target="../slideLayouts/slideLayout177.xml"/><Relationship Id="rId11" Type="http://schemas.openxmlformats.org/officeDocument/2006/relationships/slideLayout" Target="../slideLayouts/slideLayout159.xml"/><Relationship Id="rId24" Type="http://schemas.openxmlformats.org/officeDocument/2006/relationships/slideLayout" Target="../slideLayouts/slideLayout172.xml"/><Relationship Id="rId32" Type="http://schemas.openxmlformats.org/officeDocument/2006/relationships/slideLayout" Target="../slideLayouts/slideLayout180.xml"/><Relationship Id="rId37" Type="http://schemas.openxmlformats.org/officeDocument/2006/relationships/slideLayout" Target="../slideLayouts/slideLayout185.xml"/><Relationship Id="rId40" Type="http://schemas.openxmlformats.org/officeDocument/2006/relationships/slideLayout" Target="../slideLayouts/slideLayout188.xml"/><Relationship Id="rId45" Type="http://schemas.openxmlformats.org/officeDocument/2006/relationships/slideLayout" Target="../slideLayouts/slideLayout193.xml"/><Relationship Id="rId53" Type="http://schemas.openxmlformats.org/officeDocument/2006/relationships/slideLayout" Target="../slideLayouts/slideLayout201.xml"/><Relationship Id="rId58" Type="http://schemas.openxmlformats.org/officeDocument/2006/relationships/slideLayout" Target="../slideLayouts/slideLayout206.xml"/><Relationship Id="rId66" Type="http://schemas.openxmlformats.org/officeDocument/2006/relationships/slideLayout" Target="../slideLayouts/slideLayout214.xml"/><Relationship Id="rId74" Type="http://schemas.openxmlformats.org/officeDocument/2006/relationships/slideLayout" Target="../slideLayouts/slideLayout222.xml"/><Relationship Id="rId79" Type="http://schemas.openxmlformats.org/officeDocument/2006/relationships/slideLayout" Target="../slideLayouts/slideLayout227.xml"/><Relationship Id="rId5" Type="http://schemas.openxmlformats.org/officeDocument/2006/relationships/slideLayout" Target="../slideLayouts/slideLayout153.xml"/><Relationship Id="rId61" Type="http://schemas.openxmlformats.org/officeDocument/2006/relationships/slideLayout" Target="../slideLayouts/slideLayout209.xml"/><Relationship Id="rId10" Type="http://schemas.openxmlformats.org/officeDocument/2006/relationships/slideLayout" Target="../slideLayouts/slideLayout158.xml"/><Relationship Id="rId19" Type="http://schemas.openxmlformats.org/officeDocument/2006/relationships/slideLayout" Target="../slideLayouts/slideLayout167.xml"/><Relationship Id="rId31" Type="http://schemas.openxmlformats.org/officeDocument/2006/relationships/slideLayout" Target="../slideLayouts/slideLayout179.xml"/><Relationship Id="rId44" Type="http://schemas.openxmlformats.org/officeDocument/2006/relationships/slideLayout" Target="../slideLayouts/slideLayout192.xml"/><Relationship Id="rId52" Type="http://schemas.openxmlformats.org/officeDocument/2006/relationships/slideLayout" Target="../slideLayouts/slideLayout200.xml"/><Relationship Id="rId60" Type="http://schemas.openxmlformats.org/officeDocument/2006/relationships/slideLayout" Target="../slideLayouts/slideLayout208.xml"/><Relationship Id="rId65" Type="http://schemas.openxmlformats.org/officeDocument/2006/relationships/slideLayout" Target="../slideLayouts/slideLayout213.xml"/><Relationship Id="rId73" Type="http://schemas.openxmlformats.org/officeDocument/2006/relationships/slideLayout" Target="../slideLayouts/slideLayout221.xml"/><Relationship Id="rId78" Type="http://schemas.openxmlformats.org/officeDocument/2006/relationships/slideLayout" Target="../slideLayouts/slideLayout226.xml"/><Relationship Id="rId81" Type="http://schemas.openxmlformats.org/officeDocument/2006/relationships/theme" Target="../theme/theme3.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slideLayout" Target="../slideLayouts/slideLayout162.xml"/><Relationship Id="rId22" Type="http://schemas.openxmlformats.org/officeDocument/2006/relationships/slideLayout" Target="../slideLayouts/slideLayout170.xml"/><Relationship Id="rId27" Type="http://schemas.openxmlformats.org/officeDocument/2006/relationships/slideLayout" Target="../slideLayouts/slideLayout175.xml"/><Relationship Id="rId30" Type="http://schemas.openxmlformats.org/officeDocument/2006/relationships/slideLayout" Target="../slideLayouts/slideLayout178.xml"/><Relationship Id="rId35" Type="http://schemas.openxmlformats.org/officeDocument/2006/relationships/slideLayout" Target="../slideLayouts/slideLayout183.xml"/><Relationship Id="rId43" Type="http://schemas.openxmlformats.org/officeDocument/2006/relationships/slideLayout" Target="../slideLayouts/slideLayout191.xml"/><Relationship Id="rId48" Type="http://schemas.openxmlformats.org/officeDocument/2006/relationships/slideLayout" Target="../slideLayouts/slideLayout196.xml"/><Relationship Id="rId56" Type="http://schemas.openxmlformats.org/officeDocument/2006/relationships/slideLayout" Target="../slideLayouts/slideLayout204.xml"/><Relationship Id="rId64" Type="http://schemas.openxmlformats.org/officeDocument/2006/relationships/slideLayout" Target="../slideLayouts/slideLayout212.xml"/><Relationship Id="rId69" Type="http://schemas.openxmlformats.org/officeDocument/2006/relationships/slideLayout" Target="../slideLayouts/slideLayout217.xml"/><Relationship Id="rId77" Type="http://schemas.openxmlformats.org/officeDocument/2006/relationships/slideLayout" Target="../slideLayouts/slideLayout225.xml"/><Relationship Id="rId8" Type="http://schemas.openxmlformats.org/officeDocument/2006/relationships/slideLayout" Target="../slideLayouts/slideLayout156.xml"/><Relationship Id="rId51" Type="http://schemas.openxmlformats.org/officeDocument/2006/relationships/slideLayout" Target="../slideLayouts/slideLayout199.xml"/><Relationship Id="rId72" Type="http://schemas.openxmlformats.org/officeDocument/2006/relationships/slideLayout" Target="../slideLayouts/slideLayout220.xml"/><Relationship Id="rId80" Type="http://schemas.openxmlformats.org/officeDocument/2006/relationships/slideLayout" Target="../slideLayouts/slideLayout228.xml"/><Relationship Id="rId3" Type="http://schemas.openxmlformats.org/officeDocument/2006/relationships/slideLayout" Target="../slideLayouts/slideLayout151.xml"/><Relationship Id="rId12" Type="http://schemas.openxmlformats.org/officeDocument/2006/relationships/slideLayout" Target="../slideLayouts/slideLayout160.xml"/><Relationship Id="rId17" Type="http://schemas.openxmlformats.org/officeDocument/2006/relationships/slideLayout" Target="../slideLayouts/slideLayout165.xml"/><Relationship Id="rId25" Type="http://schemas.openxmlformats.org/officeDocument/2006/relationships/slideLayout" Target="../slideLayouts/slideLayout173.xml"/><Relationship Id="rId33" Type="http://schemas.openxmlformats.org/officeDocument/2006/relationships/slideLayout" Target="../slideLayouts/slideLayout181.xml"/><Relationship Id="rId38" Type="http://schemas.openxmlformats.org/officeDocument/2006/relationships/slideLayout" Target="../slideLayouts/slideLayout186.xml"/><Relationship Id="rId46" Type="http://schemas.openxmlformats.org/officeDocument/2006/relationships/slideLayout" Target="../slideLayouts/slideLayout194.xml"/><Relationship Id="rId59" Type="http://schemas.openxmlformats.org/officeDocument/2006/relationships/slideLayout" Target="../slideLayouts/slideLayout207.xml"/><Relationship Id="rId67" Type="http://schemas.openxmlformats.org/officeDocument/2006/relationships/slideLayout" Target="../slideLayouts/slideLayout215.xml"/><Relationship Id="rId20" Type="http://schemas.openxmlformats.org/officeDocument/2006/relationships/slideLayout" Target="../slideLayouts/slideLayout168.xml"/><Relationship Id="rId41" Type="http://schemas.openxmlformats.org/officeDocument/2006/relationships/slideLayout" Target="../slideLayouts/slideLayout189.xml"/><Relationship Id="rId54" Type="http://schemas.openxmlformats.org/officeDocument/2006/relationships/slideLayout" Target="../slideLayouts/slideLayout202.xml"/><Relationship Id="rId62" Type="http://schemas.openxmlformats.org/officeDocument/2006/relationships/slideLayout" Target="../slideLayouts/slideLayout210.xml"/><Relationship Id="rId70" Type="http://schemas.openxmlformats.org/officeDocument/2006/relationships/slideLayout" Target="../slideLayouts/slideLayout218.xml"/><Relationship Id="rId75" Type="http://schemas.openxmlformats.org/officeDocument/2006/relationships/slideLayout" Target="../slideLayouts/slideLayout223.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5" Type="http://schemas.openxmlformats.org/officeDocument/2006/relationships/slideLayout" Target="../slideLayouts/slideLayout163.xml"/><Relationship Id="rId23" Type="http://schemas.openxmlformats.org/officeDocument/2006/relationships/slideLayout" Target="../slideLayouts/slideLayout171.xml"/><Relationship Id="rId28" Type="http://schemas.openxmlformats.org/officeDocument/2006/relationships/slideLayout" Target="../slideLayouts/slideLayout176.xml"/><Relationship Id="rId36" Type="http://schemas.openxmlformats.org/officeDocument/2006/relationships/slideLayout" Target="../slideLayouts/slideLayout184.xml"/><Relationship Id="rId49" Type="http://schemas.openxmlformats.org/officeDocument/2006/relationships/slideLayout" Target="../slideLayouts/slideLayout197.xml"/><Relationship Id="rId57" Type="http://schemas.openxmlformats.org/officeDocument/2006/relationships/slideLayout" Target="../slideLayouts/slideLayout20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rm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See slide 5 for instructions on how to update footer</a:t>
            </a:r>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695" r:id="rId1"/>
    <p:sldLayoutId id="2147483758" r:id="rId2"/>
    <p:sldLayoutId id="2147483773" r:id="rId3"/>
    <p:sldLayoutId id="2147483772" r:id="rId4"/>
    <p:sldLayoutId id="2147483765" r:id="rId5"/>
    <p:sldLayoutId id="2147483696" r:id="rId6"/>
    <p:sldLayoutId id="2147483759" r:id="rId7"/>
    <p:sldLayoutId id="2147483692" r:id="rId8"/>
    <p:sldLayoutId id="2147483690" r:id="rId9"/>
    <p:sldLayoutId id="2147483738" r:id="rId10"/>
    <p:sldLayoutId id="2147483691" r:id="rId11"/>
    <p:sldLayoutId id="2147483711" r:id="rId12"/>
    <p:sldLayoutId id="2147483725" r:id="rId13"/>
    <p:sldLayoutId id="2147483744" r:id="rId14"/>
    <p:sldLayoutId id="2147483743" r:id="rId15"/>
    <p:sldLayoutId id="2147483745" r:id="rId16"/>
    <p:sldLayoutId id="2147483746" r:id="rId17"/>
    <p:sldLayoutId id="2147483712" r:id="rId18"/>
    <p:sldLayoutId id="2147483748" r:id="rId19"/>
    <p:sldLayoutId id="2147483747" r:id="rId20"/>
    <p:sldLayoutId id="2147483741" r:id="rId21"/>
    <p:sldLayoutId id="2147483739" r:id="rId22"/>
    <p:sldLayoutId id="2147483742" r:id="rId23"/>
    <p:sldLayoutId id="2147483722" r:id="rId24"/>
    <p:sldLayoutId id="2147483740" r:id="rId25"/>
    <p:sldLayoutId id="2147483726" r:id="rId26"/>
    <p:sldLayoutId id="2147483673" r:id="rId27"/>
    <p:sldLayoutId id="2147483767" r:id="rId28"/>
    <p:sldLayoutId id="2147483727" r:id="rId29"/>
    <p:sldLayoutId id="2147483675" r:id="rId30"/>
    <p:sldLayoutId id="2147483768" r:id="rId31"/>
    <p:sldLayoutId id="2147483728" r:id="rId32"/>
    <p:sldLayoutId id="2147483720" r:id="rId33"/>
    <p:sldLayoutId id="2147483729" r:id="rId34"/>
    <p:sldLayoutId id="2147483681" r:id="rId35"/>
    <p:sldLayoutId id="2147483730" r:id="rId36"/>
    <p:sldLayoutId id="2147483683" r:id="rId37"/>
    <p:sldLayoutId id="2147483731" r:id="rId38"/>
    <p:sldLayoutId id="2147483677" r:id="rId39"/>
    <p:sldLayoutId id="2147483732" r:id="rId40"/>
    <p:sldLayoutId id="2147483679" r:id="rId41"/>
    <p:sldLayoutId id="2147483761" r:id="rId42"/>
    <p:sldLayoutId id="2147483733" r:id="rId43"/>
    <p:sldLayoutId id="2147483698" r:id="rId44"/>
    <p:sldLayoutId id="2147483734" r:id="rId45"/>
    <p:sldLayoutId id="2147483702" r:id="rId46"/>
    <p:sldLayoutId id="2147483735" r:id="rId47"/>
    <p:sldLayoutId id="2147483705" r:id="rId48"/>
    <p:sldLayoutId id="2147483736" r:id="rId49"/>
    <p:sldLayoutId id="2147483703" r:id="rId50"/>
    <p:sldLayoutId id="2147483749" r:id="rId51"/>
    <p:sldLayoutId id="2147483750" r:id="rId52"/>
    <p:sldLayoutId id="2147483737" r:id="rId53"/>
    <p:sldLayoutId id="2147483704" r:id="rId54"/>
    <p:sldLayoutId id="2147483751" r:id="rId55"/>
    <p:sldLayoutId id="2147483752" r:id="rId56"/>
    <p:sldLayoutId id="2147483706" r:id="rId57"/>
    <p:sldLayoutId id="2147483753" r:id="rId58"/>
    <p:sldLayoutId id="2147483754" r:id="rId59"/>
    <p:sldLayoutId id="2147483763" r:id="rId60"/>
    <p:sldLayoutId id="2147483699" r:id="rId61"/>
    <p:sldLayoutId id="2147483700" r:id="rId62"/>
    <p:sldLayoutId id="2147483701" r:id="rId63"/>
    <p:sldLayoutId id="2147483688" r:id="rId64"/>
    <p:sldLayoutId id="2147483769" r:id="rId65"/>
    <p:sldLayoutId id="2147483770" r:id="rId66"/>
    <p:sldLayoutId id="2147483766" r:id="rId67"/>
    <p:sldLayoutId id="2147483689" r:id="rId68"/>
    <p:sldLayoutId id="2147483713" r:id="rId69"/>
    <p:sldLayoutId id="2147483714" r:id="rId70"/>
    <p:sldLayoutId id="2147483723" r:id="rId71"/>
    <p:sldLayoutId id="2147483724" r:id="rId72"/>
    <p:sldLayoutId id="2147483715" r:id="rId73"/>
    <p:sldLayoutId id="2147483716" r:id="rId74"/>
    <p:sldLayoutId id="2147483760" r:id="rId75"/>
    <p:sldLayoutId id="2147483719" r:id="rId76"/>
    <p:sldLayoutId id="2147483718" r:id="rId77"/>
    <p:sldLayoutId id="2147483771" r:id="rId78"/>
    <p:sldLayoutId id="2147483755" r:id="rId79"/>
    <p:sldLayoutId id="2147483756" r:id="rId80"/>
    <p:sldLayoutId id="2147483757" r:id="rId81"/>
    <p:sldLayoutId id="2147483764" r:id="rId82"/>
  </p:sldLayoutIdLst>
  <p:hf hd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Exceedance 2025</a:t>
            </a:r>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3281905541"/>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 id="2147483795" r:id="rId21"/>
    <p:sldLayoutId id="2147483796" r:id="rId22"/>
    <p:sldLayoutId id="2147483797" r:id="rId23"/>
    <p:sldLayoutId id="2147483798" r:id="rId24"/>
    <p:sldLayoutId id="2147483799" r:id="rId25"/>
    <p:sldLayoutId id="2147483800" r:id="rId26"/>
    <p:sldLayoutId id="2147483801" r:id="rId27"/>
    <p:sldLayoutId id="2147483802" r:id="rId28"/>
    <p:sldLayoutId id="2147483803" r:id="rId29"/>
    <p:sldLayoutId id="2147483804" r:id="rId30"/>
    <p:sldLayoutId id="2147483805" r:id="rId31"/>
    <p:sldLayoutId id="2147483806" r:id="rId32"/>
    <p:sldLayoutId id="2147483807" r:id="rId33"/>
    <p:sldLayoutId id="2147483808" r:id="rId34"/>
    <p:sldLayoutId id="2147483809" r:id="rId35"/>
    <p:sldLayoutId id="2147483810" r:id="rId36"/>
    <p:sldLayoutId id="2147483811" r:id="rId37"/>
    <p:sldLayoutId id="2147483812" r:id="rId38"/>
    <p:sldLayoutId id="2147483813" r:id="rId39"/>
    <p:sldLayoutId id="2147483814" r:id="rId40"/>
    <p:sldLayoutId id="2147483815" r:id="rId41"/>
    <p:sldLayoutId id="2147483816" r:id="rId42"/>
    <p:sldLayoutId id="2147483817" r:id="rId43"/>
    <p:sldLayoutId id="2147483818" r:id="rId44"/>
    <p:sldLayoutId id="2147483819" r:id="rId45"/>
    <p:sldLayoutId id="2147483820" r:id="rId46"/>
    <p:sldLayoutId id="2147483821" r:id="rId47"/>
    <p:sldLayoutId id="2147483822" r:id="rId48"/>
    <p:sldLayoutId id="2147483823" r:id="rId49"/>
    <p:sldLayoutId id="2147483824" r:id="rId50"/>
    <p:sldLayoutId id="2147483825" r:id="rId51"/>
    <p:sldLayoutId id="2147483826" r:id="rId52"/>
    <p:sldLayoutId id="2147483827" r:id="rId53"/>
    <p:sldLayoutId id="2147483828" r:id="rId54"/>
    <p:sldLayoutId id="2147483829" r:id="rId55"/>
    <p:sldLayoutId id="2147483830" r:id="rId56"/>
    <p:sldLayoutId id="2147483831" r:id="rId57"/>
    <p:sldLayoutId id="2147483832" r:id="rId58"/>
    <p:sldLayoutId id="2147483833" r:id="rId59"/>
    <p:sldLayoutId id="2147483834" r:id="rId60"/>
    <p:sldLayoutId id="2147483835" r:id="rId61"/>
    <p:sldLayoutId id="2147483836" r:id="rId62"/>
    <p:sldLayoutId id="2147483837" r:id="rId63"/>
    <p:sldLayoutId id="2147483838" r:id="rId64"/>
    <p:sldLayoutId id="2147483839" r:id="rId65"/>
    <p:sldLayoutId id="2147483840" r:id="rId66"/>
  </p:sldLayoutIdLst>
  <p:hf hd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rm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a:t>See slide 5 for instructions on how to update footer</a:t>
            </a:r>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3036384543"/>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 id="2147483861" r:id="rId19"/>
    <p:sldLayoutId id="2147483862" r:id="rId20"/>
    <p:sldLayoutId id="2147483863" r:id="rId21"/>
    <p:sldLayoutId id="2147483864" r:id="rId22"/>
    <p:sldLayoutId id="2147483865" r:id="rId23"/>
    <p:sldLayoutId id="2147483866" r:id="rId24"/>
    <p:sldLayoutId id="2147483867" r:id="rId25"/>
    <p:sldLayoutId id="2147483868" r:id="rId26"/>
    <p:sldLayoutId id="2147483869" r:id="rId27"/>
    <p:sldLayoutId id="2147483870" r:id="rId28"/>
    <p:sldLayoutId id="2147483871" r:id="rId29"/>
    <p:sldLayoutId id="2147483872" r:id="rId30"/>
    <p:sldLayoutId id="2147483873" r:id="rId31"/>
    <p:sldLayoutId id="2147483874" r:id="rId32"/>
    <p:sldLayoutId id="2147483875" r:id="rId33"/>
    <p:sldLayoutId id="2147483876" r:id="rId34"/>
    <p:sldLayoutId id="2147483877" r:id="rId35"/>
    <p:sldLayoutId id="2147483878" r:id="rId36"/>
    <p:sldLayoutId id="2147483879" r:id="rId37"/>
    <p:sldLayoutId id="2147483880" r:id="rId38"/>
    <p:sldLayoutId id="2147483881" r:id="rId39"/>
    <p:sldLayoutId id="2147483882" r:id="rId40"/>
    <p:sldLayoutId id="2147483883" r:id="rId41"/>
    <p:sldLayoutId id="2147483884" r:id="rId42"/>
    <p:sldLayoutId id="2147483885" r:id="rId43"/>
    <p:sldLayoutId id="2147483886" r:id="rId44"/>
    <p:sldLayoutId id="2147483887" r:id="rId45"/>
    <p:sldLayoutId id="2147483888" r:id="rId46"/>
    <p:sldLayoutId id="2147483889" r:id="rId47"/>
    <p:sldLayoutId id="2147483890" r:id="rId48"/>
    <p:sldLayoutId id="2147483891" r:id="rId49"/>
    <p:sldLayoutId id="2147483892" r:id="rId50"/>
    <p:sldLayoutId id="2147483893" r:id="rId51"/>
    <p:sldLayoutId id="2147483894" r:id="rId52"/>
    <p:sldLayoutId id="2147483895" r:id="rId53"/>
    <p:sldLayoutId id="2147483896" r:id="rId54"/>
    <p:sldLayoutId id="2147483897" r:id="rId55"/>
    <p:sldLayoutId id="2147483898" r:id="rId56"/>
    <p:sldLayoutId id="2147483899" r:id="rId57"/>
    <p:sldLayoutId id="2147483900" r:id="rId58"/>
    <p:sldLayoutId id="2147483901" r:id="rId59"/>
    <p:sldLayoutId id="2147483902" r:id="rId60"/>
    <p:sldLayoutId id="2147483903" r:id="rId61"/>
    <p:sldLayoutId id="2147483904" r:id="rId62"/>
    <p:sldLayoutId id="2147483905" r:id="rId63"/>
    <p:sldLayoutId id="2147483906" r:id="rId64"/>
    <p:sldLayoutId id="2147483907" r:id="rId65"/>
    <p:sldLayoutId id="2147483908" r:id="rId66"/>
    <p:sldLayoutId id="2147483909" r:id="rId67"/>
    <p:sldLayoutId id="2147483910" r:id="rId68"/>
    <p:sldLayoutId id="2147483911" r:id="rId69"/>
    <p:sldLayoutId id="2147483912" r:id="rId70"/>
    <p:sldLayoutId id="2147483913" r:id="rId71"/>
    <p:sldLayoutId id="2147483914" r:id="rId72"/>
    <p:sldLayoutId id="2147483915" r:id="rId73"/>
    <p:sldLayoutId id="2147483916" r:id="rId74"/>
    <p:sldLayoutId id="2147483917" r:id="rId75"/>
    <p:sldLayoutId id="2147483918" r:id="rId76"/>
    <p:sldLayoutId id="2147483919" r:id="rId77"/>
    <p:sldLayoutId id="2147483920" r:id="rId78"/>
    <p:sldLayoutId id="2147483921" r:id="rId79"/>
    <p:sldLayoutId id="2147483925" r:id="rId80"/>
  </p:sldLayoutIdLst>
  <p:hf hdr="0" dt="0"/>
  <p:txStyles>
    <p:titleStyle>
      <a:lvl1pPr algn="l" defTabSz="914400" rtl="0" eaLnBrk="1" latinLnBrk="0" hangingPunct="1">
        <a:lnSpc>
          <a:spcPts val="3600"/>
        </a:lnSpc>
        <a:spcBef>
          <a:spcPct val="0"/>
        </a:spcBef>
        <a:buNone/>
        <a:defRPr sz="3600" b="0"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2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hevron 11">
            <a:extLst>
              <a:ext uri="{FF2B5EF4-FFF2-40B4-BE49-F238E27FC236}">
                <a16:creationId xmlns:a16="http://schemas.microsoft.com/office/drawing/2014/main" id="{73BB5AA7-60ED-1D9C-3743-0FA75AC5DA23}"/>
              </a:ext>
            </a:extLst>
          </p:cNvPr>
          <p:cNvSpPr/>
          <p:nvPr/>
        </p:nvSpPr>
        <p:spPr>
          <a:xfrm>
            <a:off x="521251" y="5711267"/>
            <a:ext cx="2326563" cy="457200"/>
          </a:xfrm>
          <a:prstGeom prst="chevron">
            <a:avLst/>
          </a:prstGeom>
          <a:solidFill>
            <a:srgbClr val="0070C0"/>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endParaRPr lang="en-US" sz="1200" b="1" dirty="0">
              <a:solidFill>
                <a:srgbClr val="FFFFFF"/>
              </a:solidFill>
            </a:endParaRPr>
          </a:p>
          <a:p>
            <a:pPr algn="ctr">
              <a:spcAft>
                <a:spcPts val="200"/>
              </a:spcAft>
            </a:pPr>
            <a:r>
              <a:rPr lang="en-US" sz="1200" b="1" dirty="0">
                <a:solidFill>
                  <a:srgbClr val="FFFFFF"/>
                </a:solidFill>
              </a:rPr>
              <a:t>ORIGINATION</a:t>
            </a:r>
            <a:br>
              <a:rPr dirty="0"/>
            </a:br>
            <a:endParaRPr sz="1200" b="1" dirty="0">
              <a:solidFill>
                <a:srgbClr val="FFFFFF"/>
              </a:solidFill>
            </a:endParaRPr>
          </a:p>
        </p:txBody>
      </p:sp>
      <p:sp>
        <p:nvSpPr>
          <p:cNvPr id="31" name="Chevron 15">
            <a:extLst>
              <a:ext uri="{FF2B5EF4-FFF2-40B4-BE49-F238E27FC236}">
                <a16:creationId xmlns:a16="http://schemas.microsoft.com/office/drawing/2014/main" id="{1D4BB112-CE2A-2D1A-7376-6483BF53B02B}"/>
              </a:ext>
            </a:extLst>
          </p:cNvPr>
          <p:cNvSpPr/>
          <p:nvPr/>
        </p:nvSpPr>
        <p:spPr>
          <a:xfrm>
            <a:off x="2712225" y="5726542"/>
            <a:ext cx="2416978" cy="457200"/>
          </a:xfrm>
          <a:prstGeom prst="chevron">
            <a:avLst/>
          </a:prstGeom>
          <a:solidFill>
            <a:srgbClr val="009966"/>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lang="en-US" sz="1200" b="1" dirty="0">
                <a:solidFill>
                  <a:srgbClr val="FFFFFF"/>
                </a:solidFill>
              </a:rPr>
              <a:t>STRUCTURING</a:t>
            </a:r>
            <a:endParaRPr sz="1200" b="1" dirty="0">
              <a:solidFill>
                <a:srgbClr val="FFFFFF"/>
              </a:solidFill>
            </a:endParaRPr>
          </a:p>
        </p:txBody>
      </p:sp>
      <p:sp>
        <p:nvSpPr>
          <p:cNvPr id="32" name="Chevron 19">
            <a:extLst>
              <a:ext uri="{FF2B5EF4-FFF2-40B4-BE49-F238E27FC236}">
                <a16:creationId xmlns:a16="http://schemas.microsoft.com/office/drawing/2014/main" id="{6491B800-1E1E-5412-1846-EDCEDB25B144}"/>
              </a:ext>
            </a:extLst>
          </p:cNvPr>
          <p:cNvSpPr/>
          <p:nvPr/>
        </p:nvSpPr>
        <p:spPr>
          <a:xfrm>
            <a:off x="5002834" y="5717038"/>
            <a:ext cx="2410222" cy="457200"/>
          </a:xfrm>
          <a:prstGeom prst="chevron">
            <a:avLst/>
          </a:prstGeom>
          <a:solidFill>
            <a:srgbClr val="C00000"/>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lang="en-US" sz="1200" b="1" dirty="0">
                <a:solidFill>
                  <a:srgbClr val="FFFFFF"/>
                </a:solidFill>
              </a:rPr>
              <a:t>CREDIT COMMITEE</a:t>
            </a:r>
            <a:endParaRPr sz="1200" b="1" dirty="0">
              <a:solidFill>
                <a:srgbClr val="FFFFFF"/>
              </a:solidFill>
            </a:endParaRPr>
          </a:p>
        </p:txBody>
      </p:sp>
      <p:sp>
        <p:nvSpPr>
          <p:cNvPr id="33" name="Chevron 23">
            <a:extLst>
              <a:ext uri="{FF2B5EF4-FFF2-40B4-BE49-F238E27FC236}">
                <a16:creationId xmlns:a16="http://schemas.microsoft.com/office/drawing/2014/main" id="{E850CF13-FEBF-ABCC-BBD9-0ED2FFE504E0}"/>
              </a:ext>
            </a:extLst>
          </p:cNvPr>
          <p:cNvSpPr/>
          <p:nvPr/>
        </p:nvSpPr>
        <p:spPr>
          <a:xfrm>
            <a:off x="9253772" y="5711267"/>
            <a:ext cx="2145053" cy="457200"/>
          </a:xfrm>
          <a:prstGeom prst="chevron">
            <a:avLst/>
          </a:prstGeom>
          <a:solidFill>
            <a:srgbClr val="F1C232"/>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lang="en-US" sz="1200" b="1" dirty="0">
                <a:solidFill>
                  <a:srgbClr val="FFFFFF"/>
                </a:solidFill>
              </a:rPr>
              <a:t>STRATEGY &amp; PLANNING</a:t>
            </a:r>
            <a:endParaRPr sz="1200" b="1" dirty="0">
              <a:solidFill>
                <a:srgbClr val="FFFFFF"/>
              </a:solidFill>
            </a:endParaRPr>
          </a:p>
        </p:txBody>
      </p:sp>
      <p:cxnSp>
        <p:nvCxnSpPr>
          <p:cNvPr id="34" name="Straight Connector 33">
            <a:extLst>
              <a:ext uri="{FF2B5EF4-FFF2-40B4-BE49-F238E27FC236}">
                <a16:creationId xmlns:a16="http://schemas.microsoft.com/office/drawing/2014/main" id="{54B72B31-C2D4-5557-7772-E06139F60299}"/>
              </a:ext>
            </a:extLst>
          </p:cNvPr>
          <p:cNvCxnSpPr>
            <a:cxnSpLocks/>
          </p:cNvCxnSpPr>
          <p:nvPr/>
        </p:nvCxnSpPr>
        <p:spPr>
          <a:xfrm flipV="1">
            <a:off x="3432091" y="2124092"/>
            <a:ext cx="0" cy="1940878"/>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3B20EABE-3825-B222-3B02-4A1059ABAA57}"/>
              </a:ext>
            </a:extLst>
          </p:cNvPr>
          <p:cNvCxnSpPr>
            <a:cxnSpLocks/>
          </p:cNvCxnSpPr>
          <p:nvPr/>
        </p:nvCxnSpPr>
        <p:spPr>
          <a:xfrm flipV="1">
            <a:off x="7963183" y="2124092"/>
            <a:ext cx="0" cy="1940878"/>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pic>
        <p:nvPicPr>
          <p:cNvPr id="36" name="Picture 35">
            <a:extLst>
              <a:ext uri="{FF2B5EF4-FFF2-40B4-BE49-F238E27FC236}">
                <a16:creationId xmlns:a16="http://schemas.microsoft.com/office/drawing/2014/main" id="{B5F2F26A-BA68-9754-6AD2-C99FE0590FF6}"/>
              </a:ext>
            </a:extLst>
          </p:cNvPr>
          <p:cNvPicPr>
            <a:picLocks noChangeAspect="1"/>
          </p:cNvPicPr>
          <p:nvPr/>
        </p:nvPicPr>
        <p:blipFill>
          <a:blip r:embed="rId2">
            <a:lum bright="100000"/>
          </a:blip>
          <a:stretch>
            <a:fillRect/>
          </a:stretch>
        </p:blipFill>
        <p:spPr>
          <a:xfrm>
            <a:off x="1069170" y="1491170"/>
            <a:ext cx="1351904" cy="1504370"/>
          </a:xfrm>
          <a:prstGeom prst="rect">
            <a:avLst/>
          </a:prstGeom>
        </p:spPr>
      </p:pic>
      <p:sp>
        <p:nvSpPr>
          <p:cNvPr id="81" name="Freeform: Shape 123">
            <a:extLst>
              <a:ext uri="{FF2B5EF4-FFF2-40B4-BE49-F238E27FC236}">
                <a16:creationId xmlns:a16="http://schemas.microsoft.com/office/drawing/2014/main" id="{0A6892EE-4040-C160-8BA4-9876E8630387}"/>
              </a:ext>
            </a:extLst>
          </p:cNvPr>
          <p:cNvSpPr/>
          <p:nvPr/>
        </p:nvSpPr>
        <p:spPr>
          <a:xfrm>
            <a:off x="6361445" y="1705835"/>
            <a:ext cx="699257" cy="892266"/>
          </a:xfrm>
          <a:custGeom>
            <a:avLst/>
            <a:gdLst>
              <a:gd name="connsiteX0" fmla="*/ 1135635 w 2138575"/>
              <a:gd name="connsiteY0" fmla="*/ 68 h 2625076"/>
              <a:gd name="connsiteX1" fmla="*/ 1239267 w 2138575"/>
              <a:gd name="connsiteY1" fmla="*/ 22055 h 2625076"/>
              <a:gd name="connsiteX2" fmla="*/ 1679069 w 2138575"/>
              <a:gd name="connsiteY2" fmla="*/ 410281 h 2625076"/>
              <a:gd name="connsiteX3" fmla="*/ 1720097 w 2138575"/>
              <a:gd name="connsiteY3" fmla="*/ 574325 h 2625076"/>
              <a:gd name="connsiteX4" fmla="*/ 1725234 w 2138575"/>
              <a:gd name="connsiteY4" fmla="*/ 738370 h 2625076"/>
              <a:gd name="connsiteX5" fmla="*/ 1725234 w 2138575"/>
              <a:gd name="connsiteY5" fmla="*/ 902414 h 2625076"/>
              <a:gd name="connsiteX6" fmla="*/ 1725234 w 2138575"/>
              <a:gd name="connsiteY6" fmla="*/ 1066458 h 2625076"/>
              <a:gd name="connsiteX7" fmla="*/ 1694480 w 2138575"/>
              <a:gd name="connsiteY7" fmla="*/ 1230502 h 2625076"/>
              <a:gd name="connsiteX8" fmla="*/ 1533724 w 2138575"/>
              <a:gd name="connsiteY8" fmla="*/ 1490164 h 2625076"/>
              <a:gd name="connsiteX9" fmla="*/ 1481805 w 2138575"/>
              <a:gd name="connsiteY9" fmla="*/ 1538178 h 2625076"/>
              <a:gd name="connsiteX10" fmla="*/ 1505710 w 2138575"/>
              <a:gd name="connsiteY10" fmla="*/ 1683318 h 2625076"/>
              <a:gd name="connsiteX11" fmla="*/ 1787975 w 2138575"/>
              <a:gd name="connsiteY11" fmla="*/ 1770237 h 2625076"/>
              <a:gd name="connsiteX12" fmla="*/ 2135379 w 2138575"/>
              <a:gd name="connsiteY12" fmla="*/ 2155998 h 2625076"/>
              <a:gd name="connsiteX13" fmla="*/ 2134968 w 2138575"/>
              <a:gd name="connsiteY13" fmla="*/ 2555389 h 2625076"/>
              <a:gd name="connsiteX14" fmla="*/ 1971335 w 2138575"/>
              <a:gd name="connsiteY14" fmla="*/ 2550731 h 2625076"/>
              <a:gd name="connsiteX15" fmla="*/ 1917087 w 2138575"/>
              <a:gd name="connsiteY15" fmla="*/ 2030722 h 2625076"/>
              <a:gd name="connsiteX16" fmla="*/ 1511600 w 2138575"/>
              <a:gd name="connsiteY16" fmla="*/ 1897843 h 2625076"/>
              <a:gd name="connsiteX17" fmla="*/ 1314885 w 2138575"/>
              <a:gd name="connsiteY17" fmla="*/ 1494274 h 2625076"/>
              <a:gd name="connsiteX18" fmla="*/ 1392078 w 2138575"/>
              <a:gd name="connsiteY18" fmla="*/ 1397149 h 2625076"/>
              <a:gd name="connsiteX19" fmla="*/ 1561396 w 2138575"/>
              <a:gd name="connsiteY19" fmla="*/ 1053786 h 2625076"/>
              <a:gd name="connsiteX20" fmla="*/ 1539204 w 2138575"/>
              <a:gd name="connsiteY20" fmla="*/ 511585 h 2625076"/>
              <a:gd name="connsiteX21" fmla="*/ 610214 w 2138575"/>
              <a:gd name="connsiteY21" fmla="*/ 476858 h 2625076"/>
              <a:gd name="connsiteX22" fmla="*/ 576584 w 2138575"/>
              <a:gd name="connsiteY22" fmla="*/ 1053786 h 2625076"/>
              <a:gd name="connsiteX23" fmla="*/ 745902 w 2138575"/>
              <a:gd name="connsiteY23" fmla="*/ 1397149 h 2625076"/>
              <a:gd name="connsiteX24" fmla="*/ 823095 w 2138575"/>
              <a:gd name="connsiteY24" fmla="*/ 1494274 h 2625076"/>
              <a:gd name="connsiteX25" fmla="*/ 593296 w 2138575"/>
              <a:gd name="connsiteY25" fmla="*/ 1910856 h 2625076"/>
              <a:gd name="connsiteX26" fmla="*/ 310003 w 2138575"/>
              <a:gd name="connsiteY26" fmla="*/ 1955652 h 2625076"/>
              <a:gd name="connsiteX27" fmla="*/ 165412 w 2138575"/>
              <a:gd name="connsiteY27" fmla="*/ 2559635 h 2625076"/>
              <a:gd name="connsiteX28" fmla="*/ 2532 w 2138575"/>
              <a:gd name="connsiteY28" fmla="*/ 2550594 h 2625076"/>
              <a:gd name="connsiteX29" fmla="*/ 202947 w 2138575"/>
              <a:gd name="connsiteY29" fmla="*/ 1828115 h 2625076"/>
              <a:gd name="connsiteX30" fmla="*/ 502404 w 2138575"/>
              <a:gd name="connsiteY30" fmla="*/ 1763525 h 2625076"/>
              <a:gd name="connsiteX31" fmla="*/ 656174 w 2138575"/>
              <a:gd name="connsiteY31" fmla="*/ 1538110 h 2625076"/>
              <a:gd name="connsiteX32" fmla="*/ 443499 w 2138575"/>
              <a:gd name="connsiteY32" fmla="*/ 1230365 h 2625076"/>
              <a:gd name="connsiteX33" fmla="*/ 412745 w 2138575"/>
              <a:gd name="connsiteY33" fmla="*/ 1066321 h 2625076"/>
              <a:gd name="connsiteX34" fmla="*/ 412745 w 2138575"/>
              <a:gd name="connsiteY34" fmla="*/ 902277 h 2625076"/>
              <a:gd name="connsiteX35" fmla="*/ 412745 w 2138575"/>
              <a:gd name="connsiteY35" fmla="*/ 738233 h 2625076"/>
              <a:gd name="connsiteX36" fmla="*/ 417882 w 2138575"/>
              <a:gd name="connsiteY36" fmla="*/ 574188 h 2625076"/>
              <a:gd name="connsiteX37" fmla="*/ 458910 w 2138575"/>
              <a:gd name="connsiteY37" fmla="*/ 410144 h 2625076"/>
              <a:gd name="connsiteX38" fmla="*/ 894740 w 2138575"/>
              <a:gd name="connsiteY38" fmla="*/ 23083 h 2625076"/>
              <a:gd name="connsiteX39" fmla="*/ 997276 w 2138575"/>
              <a:gd name="connsiteY39" fmla="*/ 0 h 2625076"/>
              <a:gd name="connsiteX40" fmla="*/ 1135703 w 2138575"/>
              <a:gd name="connsiteY40" fmla="*/ 0 h 2625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138575" h="2625076">
                <a:moveTo>
                  <a:pt x="1135635" y="68"/>
                </a:moveTo>
                <a:cubicBezTo>
                  <a:pt x="1169676" y="9452"/>
                  <a:pt x="1205088" y="13014"/>
                  <a:pt x="1239267" y="22055"/>
                </a:cubicBezTo>
                <a:cubicBezTo>
                  <a:pt x="1431530" y="72741"/>
                  <a:pt x="1605506" y="225415"/>
                  <a:pt x="1679069" y="410281"/>
                </a:cubicBezTo>
                <a:cubicBezTo>
                  <a:pt x="1698522" y="459186"/>
                  <a:pt x="1713864" y="521996"/>
                  <a:pt x="1720097" y="574325"/>
                </a:cubicBezTo>
                <a:cubicBezTo>
                  <a:pt x="1726810" y="630559"/>
                  <a:pt x="1724412" y="682067"/>
                  <a:pt x="1725234" y="738370"/>
                </a:cubicBezTo>
                <a:cubicBezTo>
                  <a:pt x="1726056" y="794672"/>
                  <a:pt x="1725851" y="847892"/>
                  <a:pt x="1725234" y="902414"/>
                </a:cubicBezTo>
                <a:cubicBezTo>
                  <a:pt x="1724686" y="955976"/>
                  <a:pt x="1728522" y="1013648"/>
                  <a:pt x="1725234" y="1066458"/>
                </a:cubicBezTo>
                <a:cubicBezTo>
                  <a:pt x="1722221" y="1115431"/>
                  <a:pt x="1709549" y="1183720"/>
                  <a:pt x="1694480" y="1230502"/>
                </a:cubicBezTo>
                <a:cubicBezTo>
                  <a:pt x="1664343" y="1324134"/>
                  <a:pt x="1600917" y="1419272"/>
                  <a:pt x="1533724" y="1490164"/>
                </a:cubicBezTo>
                <a:cubicBezTo>
                  <a:pt x="1522765" y="1501740"/>
                  <a:pt x="1487833" y="1524891"/>
                  <a:pt x="1481805" y="1538178"/>
                </a:cubicBezTo>
                <a:cubicBezTo>
                  <a:pt x="1466394" y="1572083"/>
                  <a:pt x="1486257" y="1650989"/>
                  <a:pt x="1505710" y="1683318"/>
                </a:cubicBezTo>
                <a:cubicBezTo>
                  <a:pt x="1571396" y="1792293"/>
                  <a:pt x="1685028" y="1752155"/>
                  <a:pt x="1787975" y="1770237"/>
                </a:cubicBezTo>
                <a:cubicBezTo>
                  <a:pt x="1974006" y="1802841"/>
                  <a:pt x="2120995" y="1968118"/>
                  <a:pt x="2135379" y="2155998"/>
                </a:cubicBezTo>
                <a:cubicBezTo>
                  <a:pt x="2145242" y="2284699"/>
                  <a:pt x="2128529" y="2425386"/>
                  <a:pt x="2134968" y="2555389"/>
                </a:cubicBezTo>
                <a:cubicBezTo>
                  <a:pt x="2118187" y="2650596"/>
                  <a:pt x="1981677" y="2647240"/>
                  <a:pt x="1971335" y="2550731"/>
                </a:cubicBezTo>
                <a:cubicBezTo>
                  <a:pt x="1955033" y="2398125"/>
                  <a:pt x="2014007" y="2154286"/>
                  <a:pt x="1917087" y="2030722"/>
                </a:cubicBezTo>
                <a:cubicBezTo>
                  <a:pt x="1795030" y="1875171"/>
                  <a:pt x="1661877" y="1964008"/>
                  <a:pt x="1511600" y="1897843"/>
                </a:cubicBezTo>
                <a:cubicBezTo>
                  <a:pt x="1348036" y="1825855"/>
                  <a:pt x="1300090" y="1661605"/>
                  <a:pt x="1314885" y="1494274"/>
                </a:cubicBezTo>
                <a:cubicBezTo>
                  <a:pt x="1320022" y="1435916"/>
                  <a:pt x="1356529" y="1430711"/>
                  <a:pt x="1392078" y="1397149"/>
                </a:cubicBezTo>
                <a:cubicBezTo>
                  <a:pt x="1490093" y="1304407"/>
                  <a:pt x="1552149" y="1191254"/>
                  <a:pt x="1561396" y="1053786"/>
                </a:cubicBezTo>
                <a:cubicBezTo>
                  <a:pt x="1570232" y="921798"/>
                  <a:pt x="1574615" y="631587"/>
                  <a:pt x="1539204" y="511585"/>
                </a:cubicBezTo>
                <a:cubicBezTo>
                  <a:pt x="1408653" y="68700"/>
                  <a:pt x="778025" y="45960"/>
                  <a:pt x="610214" y="476858"/>
                </a:cubicBezTo>
                <a:cubicBezTo>
                  <a:pt x="561652" y="601586"/>
                  <a:pt x="567542" y="912756"/>
                  <a:pt x="576584" y="1053786"/>
                </a:cubicBezTo>
                <a:cubicBezTo>
                  <a:pt x="585419" y="1191391"/>
                  <a:pt x="647612" y="1304476"/>
                  <a:pt x="745902" y="1397149"/>
                </a:cubicBezTo>
                <a:cubicBezTo>
                  <a:pt x="781450" y="1430642"/>
                  <a:pt x="817821" y="1435094"/>
                  <a:pt x="823095" y="1494274"/>
                </a:cubicBezTo>
                <a:cubicBezTo>
                  <a:pt x="839054" y="1674619"/>
                  <a:pt x="778300" y="1851609"/>
                  <a:pt x="593296" y="1910856"/>
                </a:cubicBezTo>
                <a:cubicBezTo>
                  <a:pt x="496240" y="1941953"/>
                  <a:pt x="401649" y="1909350"/>
                  <a:pt x="310003" y="1955652"/>
                </a:cubicBezTo>
                <a:cubicBezTo>
                  <a:pt x="89109" y="2067366"/>
                  <a:pt x="190138" y="2361207"/>
                  <a:pt x="165412" y="2559635"/>
                </a:cubicBezTo>
                <a:cubicBezTo>
                  <a:pt x="142261" y="2651555"/>
                  <a:pt x="15409" y="2644911"/>
                  <a:pt x="2532" y="2550594"/>
                </a:cubicBezTo>
                <a:cubicBezTo>
                  <a:pt x="13765" y="2282165"/>
                  <a:pt x="-64729" y="1994831"/>
                  <a:pt x="202947" y="1828115"/>
                </a:cubicBezTo>
                <a:cubicBezTo>
                  <a:pt x="320551" y="1754895"/>
                  <a:pt x="376922" y="1775991"/>
                  <a:pt x="502404" y="1763525"/>
                </a:cubicBezTo>
                <a:cubicBezTo>
                  <a:pt x="614050" y="1752429"/>
                  <a:pt x="677681" y="1644550"/>
                  <a:pt x="656174" y="1538110"/>
                </a:cubicBezTo>
                <a:cubicBezTo>
                  <a:pt x="563022" y="1454752"/>
                  <a:pt x="482335" y="1351120"/>
                  <a:pt x="443499" y="1230365"/>
                </a:cubicBezTo>
                <a:cubicBezTo>
                  <a:pt x="428430" y="1183583"/>
                  <a:pt x="415759" y="1115226"/>
                  <a:pt x="412745" y="1066321"/>
                </a:cubicBezTo>
                <a:cubicBezTo>
                  <a:pt x="409457" y="1013512"/>
                  <a:pt x="413293" y="955839"/>
                  <a:pt x="412745" y="902277"/>
                </a:cubicBezTo>
                <a:cubicBezTo>
                  <a:pt x="412128" y="847755"/>
                  <a:pt x="411991" y="792754"/>
                  <a:pt x="412745" y="738233"/>
                </a:cubicBezTo>
                <a:cubicBezTo>
                  <a:pt x="413567" y="681930"/>
                  <a:pt x="411170" y="630422"/>
                  <a:pt x="417882" y="574188"/>
                </a:cubicBezTo>
                <a:cubicBezTo>
                  <a:pt x="424115" y="521790"/>
                  <a:pt x="439458" y="459049"/>
                  <a:pt x="458910" y="410144"/>
                </a:cubicBezTo>
                <a:cubicBezTo>
                  <a:pt x="532884" y="224319"/>
                  <a:pt x="702750" y="76234"/>
                  <a:pt x="894740" y="23083"/>
                </a:cubicBezTo>
                <a:lnTo>
                  <a:pt x="997276" y="0"/>
                </a:lnTo>
                <a:lnTo>
                  <a:pt x="1135703" y="0"/>
                </a:lnTo>
                <a:close/>
              </a:path>
            </a:pathLst>
          </a:custGeom>
          <a:solidFill>
            <a:srgbClr val="CFD0E1"/>
          </a:solidFill>
          <a:ln w="604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2" name="Freeform: Shape 127">
            <a:extLst>
              <a:ext uri="{FF2B5EF4-FFF2-40B4-BE49-F238E27FC236}">
                <a16:creationId xmlns:a16="http://schemas.microsoft.com/office/drawing/2014/main" id="{07C701FF-56EE-8712-37BD-C0D758DE6D0C}"/>
              </a:ext>
            </a:extLst>
          </p:cNvPr>
          <p:cNvSpPr/>
          <p:nvPr/>
        </p:nvSpPr>
        <p:spPr>
          <a:xfrm>
            <a:off x="6510013" y="1914849"/>
            <a:ext cx="401882" cy="683499"/>
          </a:xfrm>
          <a:custGeom>
            <a:avLst/>
            <a:gdLst>
              <a:gd name="connsiteX0" fmla="*/ 532559 w 1229097"/>
              <a:gd name="connsiteY0" fmla="*/ 1307778 h 2010877"/>
              <a:gd name="connsiteX1" fmla="*/ 246527 w 1229097"/>
              <a:gd name="connsiteY1" fmla="*/ 1593399 h 2010877"/>
              <a:gd name="connsiteX2" fmla="*/ 245362 w 1229097"/>
              <a:gd name="connsiteY2" fmla="*/ 1704086 h 2010877"/>
              <a:gd name="connsiteX3" fmla="*/ 276390 w 1229097"/>
              <a:gd name="connsiteY3" fmla="*/ 1725456 h 2010877"/>
              <a:gd name="connsiteX4" fmla="*/ 108511 w 1229097"/>
              <a:gd name="connsiteY4" fmla="*/ 2001009 h 2010877"/>
              <a:gd name="connsiteX5" fmla="*/ 81455 w 1229097"/>
              <a:gd name="connsiteY5" fmla="*/ 1704086 h 2010877"/>
              <a:gd name="connsiteX6" fmla="*/ 94469 w 1229097"/>
              <a:gd name="connsiteY6" fmla="*/ 1513124 h 2010877"/>
              <a:gd name="connsiteX7" fmla="*/ 531532 w 1229097"/>
              <a:gd name="connsiteY7" fmla="*/ 1073458 h 2010877"/>
              <a:gd name="connsiteX8" fmla="*/ 532628 w 1229097"/>
              <a:gd name="connsiteY8" fmla="*/ 306527 h 2010877"/>
              <a:gd name="connsiteX9" fmla="*/ 617218 w 1229097"/>
              <a:gd name="connsiteY9" fmla="*/ 14 h 2010877"/>
              <a:gd name="connsiteX10" fmla="*/ 696535 w 1229097"/>
              <a:gd name="connsiteY10" fmla="*/ 306527 h 2010877"/>
              <a:gd name="connsiteX11" fmla="*/ 697699 w 1229097"/>
              <a:gd name="connsiteY11" fmla="*/ 1073458 h 2010877"/>
              <a:gd name="connsiteX12" fmla="*/ 1134762 w 1229097"/>
              <a:gd name="connsiteY12" fmla="*/ 1513124 h 2010877"/>
              <a:gd name="connsiteX13" fmla="*/ 1147707 w 1229097"/>
              <a:gd name="connsiteY13" fmla="*/ 1704086 h 2010877"/>
              <a:gd name="connsiteX14" fmla="*/ 1120652 w 1229097"/>
              <a:gd name="connsiteY14" fmla="*/ 2001009 h 2010877"/>
              <a:gd name="connsiteX15" fmla="*/ 950444 w 1229097"/>
              <a:gd name="connsiteY15" fmla="*/ 1728265 h 2010877"/>
              <a:gd name="connsiteX16" fmla="*/ 983800 w 1229097"/>
              <a:gd name="connsiteY16" fmla="*/ 1704086 h 2010877"/>
              <a:gd name="connsiteX17" fmla="*/ 982704 w 1229097"/>
              <a:gd name="connsiteY17" fmla="*/ 1593399 h 2010877"/>
              <a:gd name="connsiteX18" fmla="*/ 696672 w 1229097"/>
              <a:gd name="connsiteY18" fmla="*/ 1307778 h 2010877"/>
              <a:gd name="connsiteX19" fmla="*/ 696672 w 1229097"/>
              <a:gd name="connsiteY19" fmla="*/ 1707716 h 2010877"/>
              <a:gd name="connsiteX20" fmla="*/ 730166 w 1229097"/>
              <a:gd name="connsiteY20" fmla="*/ 1728059 h 2010877"/>
              <a:gd name="connsiteX21" fmla="*/ 617287 w 1229097"/>
              <a:gd name="connsiteY21" fmla="*/ 2010598 h 2010877"/>
              <a:gd name="connsiteX22" fmla="*/ 496805 w 1229097"/>
              <a:gd name="connsiteY22" fmla="*/ 1730867 h 2010877"/>
              <a:gd name="connsiteX23" fmla="*/ 532628 w 1229097"/>
              <a:gd name="connsiteY23" fmla="*/ 1707716 h 2010877"/>
              <a:gd name="connsiteX24" fmla="*/ 532628 w 1229097"/>
              <a:gd name="connsiteY24" fmla="*/ 1307778 h 2010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29097" h="2010877">
                <a:moveTo>
                  <a:pt x="532559" y="1307778"/>
                </a:moveTo>
                <a:lnTo>
                  <a:pt x="246527" y="1593399"/>
                </a:lnTo>
                <a:cubicBezTo>
                  <a:pt x="243924" y="1602235"/>
                  <a:pt x="243171" y="1694771"/>
                  <a:pt x="245362" y="1704086"/>
                </a:cubicBezTo>
                <a:cubicBezTo>
                  <a:pt x="246321" y="1707990"/>
                  <a:pt x="269678" y="1718881"/>
                  <a:pt x="276390" y="1725456"/>
                </a:cubicBezTo>
                <a:cubicBezTo>
                  <a:pt x="402694" y="1847993"/>
                  <a:pt x="276390" y="2058955"/>
                  <a:pt x="108511" y="2001009"/>
                </a:cubicBezTo>
                <a:cubicBezTo>
                  <a:pt x="-24505" y="1955118"/>
                  <a:pt x="-37245" y="1773128"/>
                  <a:pt x="81455" y="1704086"/>
                </a:cubicBezTo>
                <a:cubicBezTo>
                  <a:pt x="88373" y="1652647"/>
                  <a:pt x="66455" y="1555933"/>
                  <a:pt x="94469" y="1513124"/>
                </a:cubicBezTo>
                <a:lnTo>
                  <a:pt x="531532" y="1073458"/>
                </a:lnTo>
                <a:lnTo>
                  <a:pt x="532628" y="306527"/>
                </a:lnTo>
                <a:cubicBezTo>
                  <a:pt x="388516" y="221046"/>
                  <a:pt x="447010" y="-2041"/>
                  <a:pt x="617218" y="14"/>
                </a:cubicBezTo>
                <a:cubicBezTo>
                  <a:pt x="787427" y="2069"/>
                  <a:pt x="837633" y="224402"/>
                  <a:pt x="696535" y="306527"/>
                </a:cubicBezTo>
                <a:lnTo>
                  <a:pt x="697699" y="1073458"/>
                </a:lnTo>
                <a:lnTo>
                  <a:pt x="1134762" y="1513124"/>
                </a:lnTo>
                <a:cubicBezTo>
                  <a:pt x="1162708" y="1555933"/>
                  <a:pt x="1140858" y="1652647"/>
                  <a:pt x="1147707" y="1704086"/>
                </a:cubicBezTo>
                <a:cubicBezTo>
                  <a:pt x="1266888" y="1772512"/>
                  <a:pt x="1252915" y="1955392"/>
                  <a:pt x="1120652" y="2001009"/>
                </a:cubicBezTo>
                <a:cubicBezTo>
                  <a:pt x="954827" y="2058270"/>
                  <a:pt x="827222" y="1852445"/>
                  <a:pt x="950444" y="1728265"/>
                </a:cubicBezTo>
                <a:cubicBezTo>
                  <a:pt x="956745" y="1721963"/>
                  <a:pt x="982636" y="1708333"/>
                  <a:pt x="983800" y="1704086"/>
                </a:cubicBezTo>
                <a:cubicBezTo>
                  <a:pt x="985992" y="1696004"/>
                  <a:pt x="985170" y="1601755"/>
                  <a:pt x="982704" y="1593399"/>
                </a:cubicBezTo>
                <a:lnTo>
                  <a:pt x="696672" y="1307778"/>
                </a:lnTo>
                <a:lnTo>
                  <a:pt x="696672" y="1707716"/>
                </a:lnTo>
                <a:cubicBezTo>
                  <a:pt x="696672" y="1709703"/>
                  <a:pt x="720439" y="1718333"/>
                  <a:pt x="730166" y="1728059"/>
                </a:cubicBezTo>
                <a:cubicBezTo>
                  <a:pt x="832428" y="1829705"/>
                  <a:pt x="761536" y="2008886"/>
                  <a:pt x="617287" y="2010598"/>
                </a:cubicBezTo>
                <a:cubicBezTo>
                  <a:pt x="473038" y="2012311"/>
                  <a:pt x="394749" y="1835253"/>
                  <a:pt x="496805" y="1730867"/>
                </a:cubicBezTo>
                <a:cubicBezTo>
                  <a:pt x="505436" y="1722032"/>
                  <a:pt x="532628" y="1709908"/>
                  <a:pt x="532628" y="1707716"/>
                </a:cubicBezTo>
                <a:lnTo>
                  <a:pt x="532628" y="1307778"/>
                </a:ln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3" name="Freeform: Shape 124">
            <a:extLst>
              <a:ext uri="{FF2B5EF4-FFF2-40B4-BE49-F238E27FC236}">
                <a16:creationId xmlns:a16="http://schemas.microsoft.com/office/drawing/2014/main" id="{D5F65205-A5B7-9529-A693-AE797AB14F0C}"/>
              </a:ext>
            </a:extLst>
          </p:cNvPr>
          <p:cNvSpPr/>
          <p:nvPr/>
        </p:nvSpPr>
        <p:spPr>
          <a:xfrm>
            <a:off x="6896800" y="1741617"/>
            <a:ext cx="229670" cy="181553"/>
          </a:xfrm>
          <a:custGeom>
            <a:avLst/>
            <a:gdLst>
              <a:gd name="connsiteX0" fmla="*/ 702410 w 702410"/>
              <a:gd name="connsiteY0" fmla="*/ 132902 h 534135"/>
              <a:gd name="connsiteX1" fmla="*/ 702410 w 702410"/>
              <a:gd name="connsiteY1" fmla="*/ 199547 h 534135"/>
              <a:gd name="connsiteX2" fmla="*/ 648436 w 702410"/>
              <a:gd name="connsiteY2" fmla="*/ 286604 h 534135"/>
              <a:gd name="connsiteX3" fmla="*/ 492338 w 702410"/>
              <a:gd name="connsiteY3" fmla="*/ 325029 h 534135"/>
              <a:gd name="connsiteX4" fmla="*/ 290690 w 702410"/>
              <a:gd name="connsiteY4" fmla="*/ 523594 h 534135"/>
              <a:gd name="connsiteX5" fmla="*/ 41028 w 702410"/>
              <a:gd name="connsiteY5" fmla="*/ 532841 h 534135"/>
              <a:gd name="connsiteX6" fmla="*/ 0 w 702410"/>
              <a:gd name="connsiteY6" fmla="*/ 368797 h 534135"/>
              <a:gd name="connsiteX7" fmla="*/ 220347 w 702410"/>
              <a:gd name="connsiteY7" fmla="*/ 366126 h 534135"/>
              <a:gd name="connsiteX8" fmla="*/ 376925 w 702410"/>
              <a:gd name="connsiteY8" fmla="*/ 209685 h 534135"/>
              <a:gd name="connsiteX9" fmla="*/ 392747 w 702410"/>
              <a:gd name="connsiteY9" fmla="*/ 87422 h 534135"/>
              <a:gd name="connsiteX10" fmla="*/ 702341 w 702410"/>
              <a:gd name="connsiteY10" fmla="*/ 132971 h 53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2410" h="534135">
                <a:moveTo>
                  <a:pt x="702410" y="132902"/>
                </a:moveTo>
                <a:lnTo>
                  <a:pt x="702410" y="199547"/>
                </a:lnTo>
                <a:cubicBezTo>
                  <a:pt x="685834" y="229479"/>
                  <a:pt x="675423" y="263384"/>
                  <a:pt x="648436" y="286604"/>
                </a:cubicBezTo>
                <a:cubicBezTo>
                  <a:pt x="603915" y="324961"/>
                  <a:pt x="548846" y="332221"/>
                  <a:pt x="492338" y="325029"/>
                </a:cubicBezTo>
                <a:lnTo>
                  <a:pt x="290690" y="523594"/>
                </a:lnTo>
                <a:cubicBezTo>
                  <a:pt x="211648" y="543869"/>
                  <a:pt x="122811" y="527704"/>
                  <a:pt x="41028" y="532841"/>
                </a:cubicBezTo>
                <a:cubicBezTo>
                  <a:pt x="34795" y="480443"/>
                  <a:pt x="19521" y="417702"/>
                  <a:pt x="0" y="368797"/>
                </a:cubicBezTo>
                <a:lnTo>
                  <a:pt x="220347" y="366126"/>
                </a:lnTo>
                <a:lnTo>
                  <a:pt x="376925" y="209685"/>
                </a:lnTo>
                <a:cubicBezTo>
                  <a:pt x="372952" y="163040"/>
                  <a:pt x="371103" y="130368"/>
                  <a:pt x="392747" y="87422"/>
                </a:cubicBezTo>
                <a:cubicBezTo>
                  <a:pt x="462817" y="-51416"/>
                  <a:pt x="668916" y="-16484"/>
                  <a:pt x="702341" y="132971"/>
                </a:cubicBez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4" name="Freeform: Shape 125">
            <a:extLst>
              <a:ext uri="{FF2B5EF4-FFF2-40B4-BE49-F238E27FC236}">
                <a16:creationId xmlns:a16="http://schemas.microsoft.com/office/drawing/2014/main" id="{FFC204A0-1349-329E-1FB7-68DFCC1FB496}"/>
              </a:ext>
            </a:extLst>
          </p:cNvPr>
          <p:cNvSpPr/>
          <p:nvPr/>
        </p:nvSpPr>
        <p:spPr>
          <a:xfrm>
            <a:off x="6901817" y="2089616"/>
            <a:ext cx="224653" cy="181376"/>
          </a:xfrm>
          <a:custGeom>
            <a:avLst/>
            <a:gdLst>
              <a:gd name="connsiteX0" fmla="*/ 687067 w 687067"/>
              <a:gd name="connsiteY0" fmla="*/ 339580 h 533613"/>
              <a:gd name="connsiteX1" fmla="*/ 687067 w 687067"/>
              <a:gd name="connsiteY1" fmla="*/ 406225 h 533613"/>
              <a:gd name="connsiteX2" fmla="*/ 608436 w 687067"/>
              <a:gd name="connsiteY2" fmla="*/ 509651 h 533613"/>
              <a:gd name="connsiteX3" fmla="*/ 377404 w 687067"/>
              <a:gd name="connsiteY3" fmla="*/ 446705 h 533613"/>
              <a:gd name="connsiteX4" fmla="*/ 361582 w 687067"/>
              <a:gd name="connsiteY4" fmla="*/ 324443 h 533613"/>
              <a:gd name="connsiteX5" fmla="*/ 207949 w 687067"/>
              <a:gd name="connsiteY5" fmla="*/ 170193 h 533613"/>
              <a:gd name="connsiteX6" fmla="*/ 0 w 687067"/>
              <a:gd name="connsiteY6" fmla="*/ 165330 h 533613"/>
              <a:gd name="connsiteX7" fmla="*/ 30754 w 687067"/>
              <a:gd name="connsiteY7" fmla="*/ 1286 h 533613"/>
              <a:gd name="connsiteX8" fmla="*/ 275279 w 687067"/>
              <a:gd name="connsiteY8" fmla="*/ 10533 h 533613"/>
              <a:gd name="connsiteX9" fmla="*/ 476926 w 687067"/>
              <a:gd name="connsiteY9" fmla="*/ 209098 h 533613"/>
              <a:gd name="connsiteX10" fmla="*/ 599189 w 687067"/>
              <a:gd name="connsiteY10" fmla="*/ 224920 h 533613"/>
              <a:gd name="connsiteX11" fmla="*/ 686930 w 687067"/>
              <a:gd name="connsiteY11" fmla="*/ 339717 h 53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7067" h="533613">
                <a:moveTo>
                  <a:pt x="687067" y="339580"/>
                </a:moveTo>
                <a:lnTo>
                  <a:pt x="687067" y="406225"/>
                </a:lnTo>
                <a:cubicBezTo>
                  <a:pt x="665423" y="450609"/>
                  <a:pt x="653436" y="483692"/>
                  <a:pt x="608436" y="509651"/>
                </a:cubicBezTo>
                <a:cubicBezTo>
                  <a:pt x="526311" y="557118"/>
                  <a:pt x="421035" y="533008"/>
                  <a:pt x="377404" y="446705"/>
                </a:cubicBezTo>
                <a:cubicBezTo>
                  <a:pt x="355691" y="403691"/>
                  <a:pt x="357609" y="371087"/>
                  <a:pt x="361582" y="324443"/>
                </a:cubicBezTo>
                <a:lnTo>
                  <a:pt x="207949" y="170193"/>
                </a:lnTo>
                <a:cubicBezTo>
                  <a:pt x="140687" y="159097"/>
                  <a:pt x="68837" y="168344"/>
                  <a:pt x="0" y="165330"/>
                </a:cubicBezTo>
                <a:cubicBezTo>
                  <a:pt x="15069" y="118549"/>
                  <a:pt x="27740" y="50191"/>
                  <a:pt x="30754" y="1286"/>
                </a:cubicBezTo>
                <a:cubicBezTo>
                  <a:pt x="110892" y="6355"/>
                  <a:pt x="197949" y="-9673"/>
                  <a:pt x="275279" y="10533"/>
                </a:cubicBezTo>
                <a:lnTo>
                  <a:pt x="476926" y="209098"/>
                </a:lnTo>
                <a:cubicBezTo>
                  <a:pt x="522407" y="205262"/>
                  <a:pt x="557339" y="204167"/>
                  <a:pt x="599189" y="224920"/>
                </a:cubicBezTo>
                <a:cubicBezTo>
                  <a:pt x="648231" y="249236"/>
                  <a:pt x="668505" y="290743"/>
                  <a:pt x="686930" y="339717"/>
                </a:cubicBez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5" name="Freeform: Shape 126">
            <a:extLst>
              <a:ext uri="{FF2B5EF4-FFF2-40B4-BE49-F238E27FC236}">
                <a16:creationId xmlns:a16="http://schemas.microsoft.com/office/drawing/2014/main" id="{D09EE9AE-DCC6-BA4C-43B3-066B5BEE51E1}"/>
              </a:ext>
            </a:extLst>
          </p:cNvPr>
          <p:cNvSpPr/>
          <p:nvPr/>
        </p:nvSpPr>
        <p:spPr>
          <a:xfrm>
            <a:off x="6911895" y="1950708"/>
            <a:ext cx="214575" cy="111287"/>
          </a:xfrm>
          <a:custGeom>
            <a:avLst/>
            <a:gdLst>
              <a:gd name="connsiteX0" fmla="*/ 656245 w 656244"/>
              <a:gd name="connsiteY0" fmla="*/ 132965 h 327410"/>
              <a:gd name="connsiteX1" fmla="*/ 656245 w 656244"/>
              <a:gd name="connsiteY1" fmla="*/ 199610 h 327410"/>
              <a:gd name="connsiteX2" fmla="*/ 350143 w 656244"/>
              <a:gd name="connsiteY2" fmla="*/ 245707 h 327410"/>
              <a:gd name="connsiteX3" fmla="*/ 0 w 656244"/>
              <a:gd name="connsiteY3" fmla="*/ 245707 h 327410"/>
              <a:gd name="connsiteX4" fmla="*/ 0 w 656244"/>
              <a:gd name="connsiteY4" fmla="*/ 81731 h 327410"/>
              <a:gd name="connsiteX5" fmla="*/ 350143 w 656244"/>
              <a:gd name="connsiteY5" fmla="*/ 81731 h 327410"/>
              <a:gd name="connsiteX6" fmla="*/ 656245 w 656244"/>
              <a:gd name="connsiteY6" fmla="*/ 133033 h 32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6244" h="327410">
                <a:moveTo>
                  <a:pt x="656245" y="132965"/>
                </a:moveTo>
                <a:lnTo>
                  <a:pt x="656245" y="199610"/>
                </a:lnTo>
                <a:cubicBezTo>
                  <a:pt x="611723" y="343380"/>
                  <a:pt x="431652" y="375709"/>
                  <a:pt x="350143" y="245707"/>
                </a:cubicBezTo>
                <a:lnTo>
                  <a:pt x="0" y="245707"/>
                </a:lnTo>
                <a:cubicBezTo>
                  <a:pt x="616" y="191253"/>
                  <a:pt x="753" y="136253"/>
                  <a:pt x="0" y="81731"/>
                </a:cubicBezTo>
                <a:lnTo>
                  <a:pt x="350143" y="81731"/>
                </a:lnTo>
                <a:cubicBezTo>
                  <a:pt x="432062" y="-49504"/>
                  <a:pt x="618025" y="-15668"/>
                  <a:pt x="656245" y="133033"/>
                </a:cubicBez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black"/>
              </a:solidFill>
              <a:latin typeface="Aptos" panose="02110004020202020204"/>
            </a:endParaRPr>
          </a:p>
        </p:txBody>
      </p:sp>
      <p:sp>
        <p:nvSpPr>
          <p:cNvPr id="86" name="Freeform: Shape 128">
            <a:extLst>
              <a:ext uri="{FF2B5EF4-FFF2-40B4-BE49-F238E27FC236}">
                <a16:creationId xmlns:a16="http://schemas.microsoft.com/office/drawing/2014/main" id="{D240BBE7-BD69-F7BF-49A7-0E5EC57FC8D9}"/>
              </a:ext>
            </a:extLst>
          </p:cNvPr>
          <p:cNvSpPr/>
          <p:nvPr/>
        </p:nvSpPr>
        <p:spPr>
          <a:xfrm>
            <a:off x="6267886" y="1741515"/>
            <a:ext cx="229933" cy="182014"/>
          </a:xfrm>
          <a:custGeom>
            <a:avLst/>
            <a:gdLst>
              <a:gd name="connsiteX0" fmla="*/ 703214 w 703214"/>
              <a:gd name="connsiteY0" fmla="*/ 369031 h 535491"/>
              <a:gd name="connsiteX1" fmla="*/ 662186 w 703214"/>
              <a:gd name="connsiteY1" fmla="*/ 533075 h 535491"/>
              <a:gd name="connsiteX2" fmla="*/ 444237 w 703214"/>
              <a:gd name="connsiteY2" fmla="*/ 533075 h 535491"/>
              <a:gd name="connsiteX3" fmla="*/ 409099 w 703214"/>
              <a:gd name="connsiteY3" fmla="*/ 522047 h 535491"/>
              <a:gd name="connsiteX4" fmla="*/ 210739 w 703214"/>
              <a:gd name="connsiteY4" fmla="*/ 325331 h 535491"/>
              <a:gd name="connsiteX5" fmla="*/ 17654 w 703214"/>
              <a:gd name="connsiteY5" fmla="*/ 91080 h 535491"/>
              <a:gd name="connsiteX6" fmla="*/ 312111 w 703214"/>
              <a:gd name="connsiteY6" fmla="*/ 91080 h 535491"/>
              <a:gd name="connsiteX7" fmla="*/ 326289 w 703214"/>
              <a:gd name="connsiteY7" fmla="*/ 209918 h 535491"/>
              <a:gd name="connsiteX8" fmla="*/ 482868 w 703214"/>
              <a:gd name="connsiteY8" fmla="*/ 366359 h 535491"/>
              <a:gd name="connsiteX9" fmla="*/ 703214 w 703214"/>
              <a:gd name="connsiteY9" fmla="*/ 369031 h 53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3214" h="535491">
                <a:moveTo>
                  <a:pt x="703214" y="369031"/>
                </a:moveTo>
                <a:cubicBezTo>
                  <a:pt x="683762" y="417936"/>
                  <a:pt x="668419" y="480677"/>
                  <a:pt x="662186" y="533075"/>
                </a:cubicBezTo>
                <a:cubicBezTo>
                  <a:pt x="592938" y="527390"/>
                  <a:pt x="512115" y="540678"/>
                  <a:pt x="444237" y="533075"/>
                </a:cubicBezTo>
                <a:cubicBezTo>
                  <a:pt x="431702" y="531705"/>
                  <a:pt x="420195" y="527869"/>
                  <a:pt x="409099" y="522047"/>
                </a:cubicBezTo>
                <a:lnTo>
                  <a:pt x="210739" y="325331"/>
                </a:lnTo>
                <a:cubicBezTo>
                  <a:pt x="72586" y="353619"/>
                  <a:pt x="-45978" y="224097"/>
                  <a:pt x="17654" y="91080"/>
                </a:cubicBezTo>
                <a:cubicBezTo>
                  <a:pt x="75737" y="-30429"/>
                  <a:pt x="254028" y="-30292"/>
                  <a:pt x="312111" y="91080"/>
                </a:cubicBezTo>
                <a:cubicBezTo>
                  <a:pt x="332317" y="133273"/>
                  <a:pt x="329920" y="164575"/>
                  <a:pt x="326289" y="209918"/>
                </a:cubicBezTo>
                <a:lnTo>
                  <a:pt x="482868" y="366359"/>
                </a:lnTo>
                <a:lnTo>
                  <a:pt x="703214" y="369031"/>
                </a:ln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7" name="Freeform: Shape 129">
            <a:extLst>
              <a:ext uri="{FF2B5EF4-FFF2-40B4-BE49-F238E27FC236}">
                <a16:creationId xmlns:a16="http://schemas.microsoft.com/office/drawing/2014/main" id="{B201FABC-1A5C-FA4A-AAAE-FAA7B15DFAFC}"/>
              </a:ext>
            </a:extLst>
          </p:cNvPr>
          <p:cNvSpPr/>
          <p:nvPr/>
        </p:nvSpPr>
        <p:spPr>
          <a:xfrm>
            <a:off x="6267851" y="2089530"/>
            <a:ext cx="224928" cy="180614"/>
          </a:xfrm>
          <a:custGeom>
            <a:avLst/>
            <a:gdLst>
              <a:gd name="connsiteX0" fmla="*/ 657154 w 687908"/>
              <a:gd name="connsiteY0" fmla="*/ 1470 h 531371"/>
              <a:gd name="connsiteX1" fmla="*/ 687908 w 687908"/>
              <a:gd name="connsiteY1" fmla="*/ 165514 h 531371"/>
              <a:gd name="connsiteX2" fmla="*/ 479959 w 687908"/>
              <a:gd name="connsiteY2" fmla="*/ 170377 h 531371"/>
              <a:gd name="connsiteX3" fmla="*/ 326326 w 687908"/>
              <a:gd name="connsiteY3" fmla="*/ 324626 h 531371"/>
              <a:gd name="connsiteX4" fmla="*/ 978 w 687908"/>
              <a:gd name="connsiteY4" fmla="*/ 352709 h 531371"/>
              <a:gd name="connsiteX5" fmla="*/ 157145 w 687908"/>
              <a:gd name="connsiteY5" fmla="*/ 206268 h 531371"/>
              <a:gd name="connsiteX6" fmla="*/ 210982 w 687908"/>
              <a:gd name="connsiteY6" fmla="*/ 209213 h 531371"/>
              <a:gd name="connsiteX7" fmla="*/ 409342 w 687908"/>
              <a:gd name="connsiteY7" fmla="*/ 12497 h 531371"/>
              <a:gd name="connsiteX8" fmla="*/ 657223 w 687908"/>
              <a:gd name="connsiteY8" fmla="*/ 1470 h 53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7908" h="531371">
                <a:moveTo>
                  <a:pt x="657154" y="1470"/>
                </a:moveTo>
                <a:cubicBezTo>
                  <a:pt x="660168" y="50443"/>
                  <a:pt x="672839" y="118732"/>
                  <a:pt x="687908" y="165514"/>
                </a:cubicBezTo>
                <a:cubicBezTo>
                  <a:pt x="619071" y="168527"/>
                  <a:pt x="547289" y="159212"/>
                  <a:pt x="479959" y="170377"/>
                </a:cubicBezTo>
                <a:lnTo>
                  <a:pt x="326326" y="324626"/>
                </a:lnTo>
                <a:cubicBezTo>
                  <a:pt x="378519" y="585795"/>
                  <a:pt x="-22310" y="604357"/>
                  <a:pt x="978" y="352709"/>
                </a:cubicBezTo>
                <a:cubicBezTo>
                  <a:pt x="8101" y="275447"/>
                  <a:pt x="79336" y="208049"/>
                  <a:pt x="157145" y="206268"/>
                </a:cubicBezTo>
                <a:cubicBezTo>
                  <a:pt x="176598" y="205788"/>
                  <a:pt x="192899" y="212501"/>
                  <a:pt x="210982" y="209213"/>
                </a:cubicBezTo>
                <a:lnTo>
                  <a:pt x="409342" y="12497"/>
                </a:lnTo>
                <a:cubicBezTo>
                  <a:pt x="486329" y="-11339"/>
                  <a:pt x="576399" y="7360"/>
                  <a:pt x="657223" y="1470"/>
                </a:cubicBez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sp>
        <p:nvSpPr>
          <p:cNvPr id="88" name="Freeform: Shape 130">
            <a:extLst>
              <a:ext uri="{FF2B5EF4-FFF2-40B4-BE49-F238E27FC236}">
                <a16:creationId xmlns:a16="http://schemas.microsoft.com/office/drawing/2014/main" id="{1587ABBC-9AEC-AF19-7838-5C36537C1500}"/>
              </a:ext>
            </a:extLst>
          </p:cNvPr>
          <p:cNvSpPr/>
          <p:nvPr/>
        </p:nvSpPr>
        <p:spPr>
          <a:xfrm>
            <a:off x="6268031" y="1950842"/>
            <a:ext cx="214713" cy="111087"/>
          </a:xfrm>
          <a:custGeom>
            <a:avLst/>
            <a:gdLst>
              <a:gd name="connsiteX0" fmla="*/ 656600 w 656668"/>
              <a:gd name="connsiteY0" fmla="*/ 245382 h 326824"/>
              <a:gd name="connsiteX1" fmla="*/ 306456 w 656668"/>
              <a:gd name="connsiteY1" fmla="*/ 245382 h 326824"/>
              <a:gd name="connsiteX2" fmla="*/ 150 w 656668"/>
              <a:gd name="connsiteY2" fmla="*/ 155449 h 326824"/>
              <a:gd name="connsiteX3" fmla="*/ 306525 w 656668"/>
              <a:gd name="connsiteY3" fmla="*/ 81406 h 326824"/>
              <a:gd name="connsiteX4" fmla="*/ 656668 w 656668"/>
              <a:gd name="connsiteY4" fmla="*/ 81406 h 326824"/>
              <a:gd name="connsiteX5" fmla="*/ 656668 w 656668"/>
              <a:gd name="connsiteY5" fmla="*/ 245382 h 326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68" h="326824">
                <a:moveTo>
                  <a:pt x="656600" y="245382"/>
                </a:moveTo>
                <a:lnTo>
                  <a:pt x="306456" y="245382"/>
                </a:lnTo>
                <a:cubicBezTo>
                  <a:pt x="218921" y="391549"/>
                  <a:pt x="-6631" y="328466"/>
                  <a:pt x="150" y="155449"/>
                </a:cubicBezTo>
                <a:cubicBezTo>
                  <a:pt x="6588" y="-8321"/>
                  <a:pt x="225428" y="-58185"/>
                  <a:pt x="306525" y="81406"/>
                </a:cubicBezTo>
                <a:lnTo>
                  <a:pt x="656668" y="81406"/>
                </a:lnTo>
                <a:cubicBezTo>
                  <a:pt x="655915" y="135860"/>
                  <a:pt x="656052" y="190860"/>
                  <a:pt x="656668" y="245382"/>
                </a:cubicBezTo>
                <a:close/>
              </a:path>
            </a:pathLst>
          </a:custGeom>
          <a:gradFill flip="none" rotWithShape="1">
            <a:gsLst>
              <a:gs pos="0">
                <a:schemeClr val="accent1">
                  <a:lumMod val="60000"/>
                  <a:lumOff val="40000"/>
                </a:schemeClr>
              </a:gs>
              <a:gs pos="100000">
                <a:schemeClr val="accent1"/>
              </a:gs>
            </a:gsLst>
            <a:path path="circle">
              <a:fillToRect r="100000" b="100000"/>
            </a:path>
            <a:tileRect l="-100000" t="-100000"/>
          </a:gradFill>
          <a:ln w="33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prstClr val="black"/>
              </a:solidFill>
              <a:latin typeface="Aptos" panose="02110004020202020204"/>
            </a:endParaRPr>
          </a:p>
        </p:txBody>
      </p:sp>
      <p:pic>
        <p:nvPicPr>
          <p:cNvPr id="90" name="Picture 89">
            <a:extLst>
              <a:ext uri="{FF2B5EF4-FFF2-40B4-BE49-F238E27FC236}">
                <a16:creationId xmlns:a16="http://schemas.microsoft.com/office/drawing/2014/main" id="{11979AA8-F539-9DF1-D0B3-1DCCBB2D9A5D}"/>
              </a:ext>
            </a:extLst>
          </p:cNvPr>
          <p:cNvPicPr>
            <a:picLocks noChangeAspect="1"/>
          </p:cNvPicPr>
          <p:nvPr/>
        </p:nvPicPr>
        <p:blipFill>
          <a:blip r:embed="rId3">
            <a:lum bright="100000"/>
          </a:blip>
          <a:stretch>
            <a:fillRect/>
          </a:stretch>
        </p:blipFill>
        <p:spPr>
          <a:xfrm>
            <a:off x="9480543" y="1619115"/>
            <a:ext cx="635000" cy="635000"/>
          </a:xfrm>
          <a:prstGeom prst="rect">
            <a:avLst/>
          </a:prstGeom>
        </p:spPr>
      </p:pic>
      <p:pic>
        <p:nvPicPr>
          <p:cNvPr id="92" name="Picture 91">
            <a:extLst>
              <a:ext uri="{FF2B5EF4-FFF2-40B4-BE49-F238E27FC236}">
                <a16:creationId xmlns:a16="http://schemas.microsoft.com/office/drawing/2014/main" id="{C9BD216A-4B73-9E67-EE80-AE39BE89550A}"/>
              </a:ext>
            </a:extLst>
          </p:cNvPr>
          <p:cNvPicPr>
            <a:picLocks noChangeAspect="1"/>
          </p:cNvPicPr>
          <p:nvPr/>
        </p:nvPicPr>
        <p:blipFill>
          <a:blip r:embed="rId4">
            <a:lum bright="100000"/>
          </a:blip>
          <a:stretch>
            <a:fillRect/>
          </a:stretch>
        </p:blipFill>
        <p:spPr>
          <a:xfrm>
            <a:off x="8753153" y="1608355"/>
            <a:ext cx="635000" cy="635000"/>
          </a:xfrm>
          <a:prstGeom prst="rect">
            <a:avLst/>
          </a:prstGeom>
        </p:spPr>
      </p:pic>
      <p:sp>
        <p:nvSpPr>
          <p:cNvPr id="94" name="Freeform: Shape 93">
            <a:extLst>
              <a:ext uri="{FF2B5EF4-FFF2-40B4-BE49-F238E27FC236}">
                <a16:creationId xmlns:a16="http://schemas.microsoft.com/office/drawing/2014/main" id="{6E7A4D8C-CDB8-4D44-A679-9141DCC17D09}"/>
              </a:ext>
            </a:extLst>
          </p:cNvPr>
          <p:cNvSpPr>
            <a:spLocks noChangeAspect="1"/>
          </p:cNvSpPr>
          <p:nvPr/>
        </p:nvSpPr>
        <p:spPr>
          <a:xfrm>
            <a:off x="10209535" y="1598282"/>
            <a:ext cx="489900" cy="491248"/>
          </a:xfrm>
          <a:custGeom>
            <a:avLst/>
            <a:gdLst>
              <a:gd name="connsiteX0" fmla="*/ 711951 w 2365250"/>
              <a:gd name="connsiteY0" fmla="*/ 62 h 2371757"/>
              <a:gd name="connsiteX1" fmla="*/ 762977 w 2365250"/>
              <a:gd name="connsiteY1" fmla="*/ 29863 h 2371757"/>
              <a:gd name="connsiteX2" fmla="*/ 790496 w 2365250"/>
              <a:gd name="connsiteY2" fmla="*/ 80889 h 2371757"/>
              <a:gd name="connsiteX3" fmla="*/ 790496 w 2365250"/>
              <a:gd name="connsiteY3" fmla="*/ 198675 h 2371757"/>
              <a:gd name="connsiteX4" fmla="*/ 968316 w 2365250"/>
              <a:gd name="connsiteY4" fmla="*/ 198675 h 2371757"/>
              <a:gd name="connsiteX5" fmla="*/ 1177172 w 2365250"/>
              <a:gd name="connsiteY5" fmla="*/ 396240 h 2371757"/>
              <a:gd name="connsiteX6" fmla="*/ 1059139 w 2365250"/>
              <a:gd name="connsiteY6" fmla="*/ 718995 h 2371757"/>
              <a:gd name="connsiteX7" fmla="*/ 1021378 w 2365250"/>
              <a:gd name="connsiteY7" fmla="*/ 879848 h 2371757"/>
              <a:gd name="connsiteX8" fmla="*/ 989171 w 2365250"/>
              <a:gd name="connsiteY8" fmla="*/ 907490 h 2371757"/>
              <a:gd name="connsiteX9" fmla="*/ 1164771 w 2365250"/>
              <a:gd name="connsiteY9" fmla="*/ 1784931 h 2371757"/>
              <a:gd name="connsiteX10" fmla="*/ 1115533 w 2365250"/>
              <a:gd name="connsiteY10" fmla="*/ 2364175 h 2371757"/>
              <a:gd name="connsiteX11" fmla="*/ 270978 w 2365250"/>
              <a:gd name="connsiteY11" fmla="*/ 2364668 h 2371757"/>
              <a:gd name="connsiteX12" fmla="*/ 15909 w 2365250"/>
              <a:gd name="connsiteY12" fmla="*/ 2162476 h 2371757"/>
              <a:gd name="connsiteX13" fmla="*/ 731 w 2365250"/>
              <a:gd name="connsiteY13" fmla="*/ 2101454 h 2371757"/>
              <a:gd name="connsiteX14" fmla="*/ 731 w 2365250"/>
              <a:gd name="connsiteY14" fmla="*/ 2036792 h 2371757"/>
              <a:gd name="connsiteX15" fmla="*/ 221371 w 2365250"/>
              <a:gd name="connsiteY15" fmla="*/ 1781723 h 2371757"/>
              <a:gd name="connsiteX16" fmla="*/ 393330 w 2365250"/>
              <a:gd name="connsiteY16" fmla="*/ 886820 h 2371757"/>
              <a:gd name="connsiteX17" fmla="*/ 297448 w 2365250"/>
              <a:gd name="connsiteY17" fmla="*/ 770083 h 2371757"/>
              <a:gd name="connsiteX18" fmla="*/ 322560 w 2365250"/>
              <a:gd name="connsiteY18" fmla="*/ 718254 h 2371757"/>
              <a:gd name="connsiteX19" fmla="*/ 220137 w 2365250"/>
              <a:gd name="connsiteY19" fmla="*/ 558882 h 2371757"/>
              <a:gd name="connsiteX20" fmla="*/ 323979 w 2365250"/>
              <a:gd name="connsiteY20" fmla="*/ 233228 h 2371757"/>
              <a:gd name="connsiteX21" fmla="*/ 414123 w 2365250"/>
              <a:gd name="connsiteY21" fmla="*/ 198675 h 2371757"/>
              <a:gd name="connsiteX22" fmla="*/ 591944 w 2365250"/>
              <a:gd name="connsiteY22" fmla="*/ 198675 h 2371757"/>
              <a:gd name="connsiteX23" fmla="*/ 591944 w 2365250"/>
              <a:gd name="connsiteY23" fmla="*/ 85455 h 2371757"/>
              <a:gd name="connsiteX24" fmla="*/ 670488 w 2365250"/>
              <a:gd name="connsiteY24" fmla="*/ 0 h 2371757"/>
              <a:gd name="connsiteX25" fmla="*/ 712074 w 2365250"/>
              <a:gd name="connsiteY25" fmla="*/ 0 h 2371757"/>
              <a:gd name="connsiteX26" fmla="*/ 844977 w 2365250"/>
              <a:gd name="connsiteY26" fmla="*/ 687219 h 2371757"/>
              <a:gd name="connsiteX27" fmla="*/ 982261 w 2365250"/>
              <a:gd name="connsiteY27" fmla="*/ 471268 h 2371757"/>
              <a:gd name="connsiteX28" fmla="*/ 917660 w 2365250"/>
              <a:gd name="connsiteY28" fmla="*/ 392415 h 2371757"/>
              <a:gd name="connsiteX29" fmla="*/ 460090 w 2365250"/>
              <a:gd name="connsiteY29" fmla="*/ 392415 h 2371757"/>
              <a:gd name="connsiteX30" fmla="*/ 401722 w 2365250"/>
              <a:gd name="connsiteY30" fmla="*/ 478857 h 2371757"/>
              <a:gd name="connsiteX31" fmla="*/ 536475 w 2365250"/>
              <a:gd name="connsiteY31" fmla="*/ 685862 h 2371757"/>
              <a:gd name="connsiteX32" fmla="*/ 844977 w 2365250"/>
              <a:gd name="connsiteY32" fmla="*/ 687219 h 2371757"/>
              <a:gd name="connsiteX33" fmla="*/ 790434 w 2365250"/>
              <a:gd name="connsiteY33" fmla="*/ 886820 h 2371757"/>
              <a:gd name="connsiteX34" fmla="*/ 587193 w 2365250"/>
              <a:gd name="connsiteY34" fmla="*/ 886820 h 2371757"/>
              <a:gd name="connsiteX35" fmla="*/ 430165 w 2365250"/>
              <a:gd name="connsiteY35" fmla="*/ 1773578 h 2371757"/>
              <a:gd name="connsiteX36" fmla="*/ 952027 w 2365250"/>
              <a:gd name="connsiteY36" fmla="*/ 1773578 h 2371757"/>
              <a:gd name="connsiteX37" fmla="*/ 790372 w 2365250"/>
              <a:gd name="connsiteY37" fmla="*/ 886820 h 2371757"/>
              <a:gd name="connsiteX38" fmla="*/ 271965 w 2365250"/>
              <a:gd name="connsiteY38" fmla="*/ 1973241 h 2371757"/>
              <a:gd name="connsiteX39" fmla="*/ 275914 w 2365250"/>
              <a:gd name="connsiteY39" fmla="*/ 2165684 h 2371757"/>
              <a:gd name="connsiteX40" fmla="*/ 1097641 w 2365250"/>
              <a:gd name="connsiteY40" fmla="*/ 2166116 h 2371757"/>
              <a:gd name="connsiteX41" fmla="*/ 1106587 w 2365250"/>
              <a:gd name="connsiteY41" fmla="*/ 1972377 h 2371757"/>
              <a:gd name="connsiteX42" fmla="*/ 272027 w 2365250"/>
              <a:gd name="connsiteY42" fmla="*/ 1973179 h 2371757"/>
              <a:gd name="connsiteX43" fmla="*/ 1478641 w 2365250"/>
              <a:gd name="connsiteY43" fmla="*/ 769034 h 2371757"/>
              <a:gd name="connsiteX44" fmla="*/ 1417310 w 2365250"/>
              <a:gd name="connsiteY44" fmla="*/ 696412 h 2371757"/>
              <a:gd name="connsiteX45" fmla="*/ 1280089 w 2365250"/>
              <a:gd name="connsiteY45" fmla="*/ 787544 h 2371757"/>
              <a:gd name="connsiteX46" fmla="*/ 1335310 w 2365250"/>
              <a:gd name="connsiteY46" fmla="*/ 1023178 h 2371757"/>
              <a:gd name="connsiteX47" fmla="*/ 1381647 w 2365250"/>
              <a:gd name="connsiteY47" fmla="*/ 1064579 h 2371757"/>
              <a:gd name="connsiteX48" fmla="*/ 1383807 w 2365250"/>
              <a:gd name="connsiteY48" fmla="*/ 1704412 h 2371757"/>
              <a:gd name="connsiteX49" fmla="*/ 1559159 w 2365250"/>
              <a:gd name="connsiteY49" fmla="*/ 1731684 h 2371757"/>
              <a:gd name="connsiteX50" fmla="*/ 1575634 w 2365250"/>
              <a:gd name="connsiteY50" fmla="*/ 1701944 h 2371757"/>
              <a:gd name="connsiteX51" fmla="*/ 1575634 w 2365250"/>
              <a:gd name="connsiteY51" fmla="*/ 1085372 h 2371757"/>
              <a:gd name="connsiteX52" fmla="*/ 1972799 w 2365250"/>
              <a:gd name="connsiteY52" fmla="*/ 1085372 h 2371757"/>
              <a:gd name="connsiteX53" fmla="*/ 1972799 w 2365250"/>
              <a:gd name="connsiteY53" fmla="*/ 1773516 h 2371757"/>
              <a:gd name="connsiteX54" fmla="*/ 1656461 w 2365250"/>
              <a:gd name="connsiteY54" fmla="*/ 1773516 h 2371757"/>
              <a:gd name="connsiteX55" fmla="*/ 1583840 w 2365250"/>
              <a:gd name="connsiteY55" fmla="*/ 1834847 h 2371757"/>
              <a:gd name="connsiteX56" fmla="*/ 1679352 w 2365250"/>
              <a:gd name="connsiteY56" fmla="*/ 1972253 h 2371757"/>
              <a:gd name="connsiteX57" fmla="*/ 2098791 w 2365250"/>
              <a:gd name="connsiteY57" fmla="*/ 1973117 h 2371757"/>
              <a:gd name="connsiteX58" fmla="*/ 2090215 w 2365250"/>
              <a:gd name="connsiteY58" fmla="*/ 2165623 h 2371757"/>
              <a:gd name="connsiteX59" fmla="*/ 1582421 w 2365250"/>
              <a:gd name="connsiteY59" fmla="*/ 2165869 h 2371757"/>
              <a:gd name="connsiteX60" fmla="*/ 1573165 w 2365250"/>
              <a:gd name="connsiteY60" fmla="*/ 2364853 h 2371757"/>
              <a:gd name="connsiteX61" fmla="*/ 2208494 w 2365250"/>
              <a:gd name="connsiteY61" fmla="*/ 2330116 h 2371757"/>
              <a:gd name="connsiteX62" fmla="*/ 2166600 w 2365250"/>
              <a:gd name="connsiteY62" fmla="*/ 1788942 h 2371757"/>
              <a:gd name="connsiteX63" fmla="*/ 2166785 w 2365250"/>
              <a:gd name="connsiteY63" fmla="*/ 1064517 h 2371757"/>
              <a:gd name="connsiteX64" fmla="*/ 2217503 w 2365250"/>
              <a:gd name="connsiteY64" fmla="*/ 1018242 h 2371757"/>
              <a:gd name="connsiteX65" fmla="*/ 2267233 w 2365250"/>
              <a:gd name="connsiteY65" fmla="*/ 779400 h 2371757"/>
              <a:gd name="connsiteX66" fmla="*/ 2099902 w 2365250"/>
              <a:gd name="connsiteY66" fmla="*/ 715910 h 2371757"/>
              <a:gd name="connsiteX67" fmla="*/ 2069854 w 2365250"/>
              <a:gd name="connsiteY67" fmla="*/ 768972 h 2371757"/>
              <a:gd name="connsiteX68" fmla="*/ 2069854 w 2365250"/>
              <a:gd name="connsiteY68" fmla="*/ 886758 h 2371757"/>
              <a:gd name="connsiteX69" fmla="*/ 1871240 w 2365250"/>
              <a:gd name="connsiteY69" fmla="*/ 886758 h 2371757"/>
              <a:gd name="connsiteX70" fmla="*/ 1871240 w 2365250"/>
              <a:gd name="connsiteY70" fmla="*/ 764345 h 2371757"/>
              <a:gd name="connsiteX71" fmla="*/ 1856617 w 2365250"/>
              <a:gd name="connsiteY71" fmla="*/ 732754 h 2371757"/>
              <a:gd name="connsiteX72" fmla="*/ 1691815 w 2365250"/>
              <a:gd name="connsiteY72" fmla="*/ 732754 h 2371757"/>
              <a:gd name="connsiteX73" fmla="*/ 1677192 w 2365250"/>
              <a:gd name="connsiteY73" fmla="*/ 764345 h 2371757"/>
              <a:gd name="connsiteX74" fmla="*/ 1677192 w 2365250"/>
              <a:gd name="connsiteY74" fmla="*/ 886758 h 2371757"/>
              <a:gd name="connsiteX75" fmla="*/ 1478579 w 2365250"/>
              <a:gd name="connsiteY75" fmla="*/ 886758 h 2371757"/>
              <a:gd name="connsiteX76" fmla="*/ 1478579 w 2365250"/>
              <a:gd name="connsiteY76" fmla="*/ 768972 h 237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365250" h="2371757">
                <a:moveTo>
                  <a:pt x="711951" y="62"/>
                </a:moveTo>
                <a:cubicBezTo>
                  <a:pt x="730462" y="10119"/>
                  <a:pt x="747799" y="13451"/>
                  <a:pt x="762977" y="29863"/>
                </a:cubicBezTo>
                <a:cubicBezTo>
                  <a:pt x="769703" y="37144"/>
                  <a:pt x="790496" y="73670"/>
                  <a:pt x="790496" y="80889"/>
                </a:cubicBezTo>
                <a:lnTo>
                  <a:pt x="790496" y="198675"/>
                </a:lnTo>
                <a:lnTo>
                  <a:pt x="968316" y="198675"/>
                </a:lnTo>
                <a:cubicBezTo>
                  <a:pt x="1057905" y="198675"/>
                  <a:pt x="1159279" y="312574"/>
                  <a:pt x="1177172" y="396240"/>
                </a:cubicBezTo>
                <a:cubicBezTo>
                  <a:pt x="1206850" y="534943"/>
                  <a:pt x="1122505" y="609538"/>
                  <a:pt x="1059139" y="718995"/>
                </a:cubicBezTo>
                <a:cubicBezTo>
                  <a:pt x="1102207" y="777425"/>
                  <a:pt x="1091038" y="850232"/>
                  <a:pt x="1021378" y="879848"/>
                </a:cubicBezTo>
                <a:cubicBezTo>
                  <a:pt x="995896" y="890707"/>
                  <a:pt x="986518" y="876639"/>
                  <a:pt x="989171" y="907490"/>
                </a:cubicBezTo>
                <a:cubicBezTo>
                  <a:pt x="1014468" y="1202664"/>
                  <a:pt x="1071356" y="1505181"/>
                  <a:pt x="1164771" y="1784931"/>
                </a:cubicBezTo>
                <a:cubicBezTo>
                  <a:pt x="1475864" y="1878160"/>
                  <a:pt x="1437054" y="2322835"/>
                  <a:pt x="1115533" y="2364175"/>
                </a:cubicBezTo>
                <a:cubicBezTo>
                  <a:pt x="841830" y="2348749"/>
                  <a:pt x="541658" y="2386757"/>
                  <a:pt x="270978" y="2364668"/>
                </a:cubicBezTo>
                <a:cubicBezTo>
                  <a:pt x="156524" y="2355351"/>
                  <a:pt x="51078" y="2271192"/>
                  <a:pt x="15909" y="2162476"/>
                </a:cubicBezTo>
                <a:cubicBezTo>
                  <a:pt x="9431" y="2142362"/>
                  <a:pt x="6901" y="2121507"/>
                  <a:pt x="731" y="2101454"/>
                </a:cubicBezTo>
                <a:cubicBezTo>
                  <a:pt x="2397" y="2080661"/>
                  <a:pt x="-1552" y="2057091"/>
                  <a:pt x="731" y="2036792"/>
                </a:cubicBezTo>
                <a:cubicBezTo>
                  <a:pt x="14119" y="1916538"/>
                  <a:pt x="106670" y="1814054"/>
                  <a:pt x="221371" y="1781723"/>
                </a:cubicBezTo>
                <a:cubicBezTo>
                  <a:pt x="311577" y="1491237"/>
                  <a:pt x="366861" y="1190324"/>
                  <a:pt x="393330" y="886820"/>
                </a:cubicBezTo>
                <a:cubicBezTo>
                  <a:pt x="331568" y="883612"/>
                  <a:pt x="286774" y="832647"/>
                  <a:pt x="297448" y="770083"/>
                </a:cubicBezTo>
                <a:cubicBezTo>
                  <a:pt x="300163" y="754102"/>
                  <a:pt x="322807" y="722142"/>
                  <a:pt x="322560" y="718254"/>
                </a:cubicBezTo>
                <a:cubicBezTo>
                  <a:pt x="322004" y="708814"/>
                  <a:pt x="232169" y="584858"/>
                  <a:pt x="220137" y="558882"/>
                </a:cubicBezTo>
                <a:cubicBezTo>
                  <a:pt x="166026" y="442083"/>
                  <a:pt x="213967" y="296532"/>
                  <a:pt x="323979" y="233228"/>
                </a:cubicBezTo>
                <a:cubicBezTo>
                  <a:pt x="341811" y="222924"/>
                  <a:pt x="395675" y="198675"/>
                  <a:pt x="414123" y="198675"/>
                </a:cubicBezTo>
                <a:lnTo>
                  <a:pt x="591944" y="198675"/>
                </a:lnTo>
                <a:lnTo>
                  <a:pt x="591944" y="85455"/>
                </a:lnTo>
                <a:cubicBezTo>
                  <a:pt x="591944" y="50101"/>
                  <a:pt x="637911" y="9070"/>
                  <a:pt x="670488" y="0"/>
                </a:cubicBezTo>
                <a:lnTo>
                  <a:pt x="712074" y="0"/>
                </a:lnTo>
                <a:close/>
                <a:moveTo>
                  <a:pt x="844977" y="687219"/>
                </a:moveTo>
                <a:lnTo>
                  <a:pt x="982261" y="471268"/>
                </a:lnTo>
                <a:cubicBezTo>
                  <a:pt x="992441" y="420612"/>
                  <a:pt x="965540" y="396549"/>
                  <a:pt x="917660" y="392415"/>
                </a:cubicBezTo>
                <a:cubicBezTo>
                  <a:pt x="771554" y="379889"/>
                  <a:pt x="608047" y="402287"/>
                  <a:pt x="460090" y="392415"/>
                </a:cubicBezTo>
                <a:cubicBezTo>
                  <a:pt x="415666" y="393093"/>
                  <a:pt x="378275" y="436901"/>
                  <a:pt x="401722" y="478857"/>
                </a:cubicBezTo>
                <a:lnTo>
                  <a:pt x="536475" y="685862"/>
                </a:lnTo>
                <a:lnTo>
                  <a:pt x="844977" y="687219"/>
                </a:lnTo>
                <a:close/>
                <a:moveTo>
                  <a:pt x="790434" y="886820"/>
                </a:moveTo>
                <a:lnTo>
                  <a:pt x="587193" y="886820"/>
                </a:lnTo>
                <a:cubicBezTo>
                  <a:pt x="571953" y="1187424"/>
                  <a:pt x="512166" y="1484944"/>
                  <a:pt x="430165" y="1773578"/>
                </a:cubicBezTo>
                <a:lnTo>
                  <a:pt x="952027" y="1773578"/>
                </a:lnTo>
                <a:cubicBezTo>
                  <a:pt x="864783" y="1485684"/>
                  <a:pt x="814436" y="1187054"/>
                  <a:pt x="790372" y="886820"/>
                </a:cubicBezTo>
                <a:close/>
                <a:moveTo>
                  <a:pt x="271965" y="1973241"/>
                </a:moveTo>
                <a:cubicBezTo>
                  <a:pt x="170653" y="2000204"/>
                  <a:pt x="175281" y="2142855"/>
                  <a:pt x="275914" y="2165684"/>
                </a:cubicBezTo>
                <a:lnTo>
                  <a:pt x="1097641" y="2166116"/>
                </a:lnTo>
                <a:cubicBezTo>
                  <a:pt x="1207405" y="2146496"/>
                  <a:pt x="1212773" y="2003659"/>
                  <a:pt x="1106587" y="1972377"/>
                </a:cubicBezTo>
                <a:lnTo>
                  <a:pt x="272027" y="1973179"/>
                </a:lnTo>
                <a:close/>
                <a:moveTo>
                  <a:pt x="1478641" y="769034"/>
                </a:moveTo>
                <a:cubicBezTo>
                  <a:pt x="1478641" y="745217"/>
                  <a:pt x="1439955" y="704989"/>
                  <a:pt x="1417310" y="696412"/>
                </a:cubicBezTo>
                <a:cubicBezTo>
                  <a:pt x="1349440" y="670683"/>
                  <a:pt x="1286937" y="718008"/>
                  <a:pt x="1280089" y="787544"/>
                </a:cubicBezTo>
                <a:cubicBezTo>
                  <a:pt x="1272376" y="865718"/>
                  <a:pt x="1278978" y="963822"/>
                  <a:pt x="1335310" y="1023178"/>
                </a:cubicBezTo>
                <a:cubicBezTo>
                  <a:pt x="1346293" y="1034778"/>
                  <a:pt x="1379673" y="1054213"/>
                  <a:pt x="1381647" y="1064579"/>
                </a:cubicBezTo>
                <a:lnTo>
                  <a:pt x="1383807" y="1704412"/>
                </a:lnTo>
                <a:cubicBezTo>
                  <a:pt x="1411572" y="1780921"/>
                  <a:pt x="1510293" y="1800973"/>
                  <a:pt x="1559159" y="1731684"/>
                </a:cubicBezTo>
                <a:cubicBezTo>
                  <a:pt x="1561813" y="1727920"/>
                  <a:pt x="1575634" y="1703672"/>
                  <a:pt x="1575634" y="1701944"/>
                </a:cubicBezTo>
                <a:lnTo>
                  <a:pt x="1575634" y="1085372"/>
                </a:lnTo>
                <a:lnTo>
                  <a:pt x="1972799" y="1085372"/>
                </a:lnTo>
                <a:lnTo>
                  <a:pt x="1972799" y="1773516"/>
                </a:lnTo>
                <a:lnTo>
                  <a:pt x="1656461" y="1773516"/>
                </a:lnTo>
                <a:cubicBezTo>
                  <a:pt x="1632645" y="1773516"/>
                  <a:pt x="1592416" y="1812203"/>
                  <a:pt x="1583840" y="1834847"/>
                </a:cubicBezTo>
                <a:cubicBezTo>
                  <a:pt x="1557000" y="1905494"/>
                  <a:pt x="1608026" y="1966145"/>
                  <a:pt x="1679352" y="1972253"/>
                </a:cubicBezTo>
                <a:cubicBezTo>
                  <a:pt x="1813488" y="1983791"/>
                  <a:pt x="1962989" y="1962443"/>
                  <a:pt x="2098791" y="1973117"/>
                </a:cubicBezTo>
                <a:cubicBezTo>
                  <a:pt x="2196278" y="2005016"/>
                  <a:pt x="2188874" y="2142855"/>
                  <a:pt x="2090215" y="2165623"/>
                </a:cubicBezTo>
                <a:cubicBezTo>
                  <a:pt x="1925167" y="2176112"/>
                  <a:pt x="1745741" y="2153097"/>
                  <a:pt x="1582421" y="2165869"/>
                </a:cubicBezTo>
                <a:cubicBezTo>
                  <a:pt x="1443656" y="2176729"/>
                  <a:pt x="1447296" y="2353377"/>
                  <a:pt x="1573165" y="2364853"/>
                </a:cubicBezTo>
                <a:cubicBezTo>
                  <a:pt x="1747222" y="2341777"/>
                  <a:pt x="2057328" y="2409339"/>
                  <a:pt x="2208494" y="2330116"/>
                </a:cubicBezTo>
                <a:cubicBezTo>
                  <a:pt x="2437712" y="2209985"/>
                  <a:pt x="2408589" y="1871990"/>
                  <a:pt x="2166600" y="1788942"/>
                </a:cubicBezTo>
                <a:lnTo>
                  <a:pt x="2166785" y="1064517"/>
                </a:lnTo>
                <a:cubicBezTo>
                  <a:pt x="2179434" y="1045698"/>
                  <a:pt x="2201091" y="1036875"/>
                  <a:pt x="2217503" y="1018242"/>
                </a:cubicBezTo>
                <a:cubicBezTo>
                  <a:pt x="2270071" y="958392"/>
                  <a:pt x="2277722" y="855785"/>
                  <a:pt x="2267233" y="779400"/>
                </a:cubicBezTo>
                <a:cubicBezTo>
                  <a:pt x="2256250" y="699127"/>
                  <a:pt x="2160122" y="657850"/>
                  <a:pt x="2099902" y="715910"/>
                </a:cubicBezTo>
                <a:cubicBezTo>
                  <a:pt x="2092621" y="722944"/>
                  <a:pt x="2069854" y="761136"/>
                  <a:pt x="2069854" y="768972"/>
                </a:cubicBezTo>
                <a:lnTo>
                  <a:pt x="2069854" y="886758"/>
                </a:lnTo>
                <a:lnTo>
                  <a:pt x="1871240" y="886758"/>
                </a:lnTo>
                <a:lnTo>
                  <a:pt x="1871240" y="764345"/>
                </a:lnTo>
                <a:cubicBezTo>
                  <a:pt x="1871240" y="762309"/>
                  <a:pt x="1859270" y="736826"/>
                  <a:pt x="1856617" y="732754"/>
                </a:cubicBezTo>
                <a:cubicBezTo>
                  <a:pt x="1819412" y="675496"/>
                  <a:pt x="1729021" y="675496"/>
                  <a:pt x="1691815" y="732754"/>
                </a:cubicBezTo>
                <a:cubicBezTo>
                  <a:pt x="1689163" y="736826"/>
                  <a:pt x="1677192" y="762309"/>
                  <a:pt x="1677192" y="764345"/>
                </a:cubicBezTo>
                <a:lnTo>
                  <a:pt x="1677192" y="886758"/>
                </a:lnTo>
                <a:lnTo>
                  <a:pt x="1478579" y="886758"/>
                </a:lnTo>
                <a:lnTo>
                  <a:pt x="1478579" y="768972"/>
                </a:lnTo>
                <a:close/>
              </a:path>
            </a:pathLst>
          </a:custGeom>
          <a:solidFill>
            <a:schemeClr val="tx1"/>
          </a:solidFill>
          <a:ln w="617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5" name="TextBox 94">
            <a:extLst>
              <a:ext uri="{FF2B5EF4-FFF2-40B4-BE49-F238E27FC236}">
                <a16:creationId xmlns:a16="http://schemas.microsoft.com/office/drawing/2014/main" id="{D6300746-5D4D-A508-0B33-FD9B160F1173}"/>
              </a:ext>
            </a:extLst>
          </p:cNvPr>
          <p:cNvSpPr txBox="1">
            <a:spLocks/>
          </p:cNvSpPr>
          <p:nvPr/>
        </p:nvSpPr>
        <p:spPr>
          <a:xfrm>
            <a:off x="152001" y="3685635"/>
            <a:ext cx="3209178" cy="12311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strike="noStrike" kern="1200" cap="none" spc="0" normalizeH="0" baseline="0" noProof="0" dirty="0">
                <a:ln>
                  <a:noFill/>
                </a:ln>
                <a:solidFill>
                  <a:srgbClr val="99FFCC"/>
                </a:solidFill>
                <a:effectLst/>
                <a:uLnTx/>
                <a:uFillTx/>
                <a:latin typeface="Montserrat SemiBold" pitchFamily="2" charset="77"/>
                <a:ea typeface="+mn-ea"/>
                <a:cs typeface="+mn-cs"/>
              </a:rPr>
              <a:t>THE CHALLENGE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Banks Have analytics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strike="noStrike" kern="1200" cap="none" spc="0" normalizeH="0" baseline="0" noProof="0" dirty="0">
                <a:ln>
                  <a:noFill/>
                </a:ln>
                <a:effectLst/>
                <a:uLnTx/>
                <a:uFillTx/>
                <a:latin typeface="Montserrat SemiBold" pitchFamily="2" charset="77"/>
              </a:rPr>
              <a:t>They</a:t>
            </a:r>
            <a:r>
              <a:rPr kumimoji="0" lang="en-US" sz="1400" i="0" strike="noStrike" kern="1200" cap="none" spc="0" normalizeH="0" noProof="0" dirty="0">
                <a:ln>
                  <a:noFill/>
                </a:ln>
                <a:effectLst/>
                <a:uLnTx/>
                <a:uFillTx/>
                <a:latin typeface="Montserrat SemiBold" pitchFamily="2" charset="77"/>
              </a:rPr>
              <a:t> Struggle to balance complex trade-offs before a decisions</a:t>
            </a:r>
            <a:endParaRPr kumimoji="0" lang="en-US" sz="1200" i="0" strike="noStrike" kern="1200" cap="none" spc="0" normalizeH="0" baseline="0" noProof="0" dirty="0">
              <a:ln>
                <a:noFill/>
              </a:ln>
              <a:effectLst/>
              <a:uLnTx/>
              <a:uFillTx/>
              <a:latin typeface="Montserrat SemiBold" pitchFamily="2" charset="77"/>
              <a:ea typeface="+mn-ea"/>
              <a:cs typeface="+mn-cs"/>
            </a:endParaRPr>
          </a:p>
        </p:txBody>
      </p:sp>
      <p:sp>
        <p:nvSpPr>
          <p:cNvPr id="96" name="TextBox 95">
            <a:extLst>
              <a:ext uri="{FF2B5EF4-FFF2-40B4-BE49-F238E27FC236}">
                <a16:creationId xmlns:a16="http://schemas.microsoft.com/office/drawing/2014/main" id="{5FC8DB79-9992-A912-4642-552C31565633}"/>
              </a:ext>
            </a:extLst>
          </p:cNvPr>
          <p:cNvSpPr txBox="1">
            <a:spLocks/>
          </p:cNvSpPr>
          <p:nvPr/>
        </p:nvSpPr>
        <p:spPr>
          <a:xfrm>
            <a:off x="4138969" y="3589926"/>
            <a:ext cx="3209178" cy="12311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strike="noStrike" kern="1200" cap="none" spc="0" normalizeH="0" baseline="0" noProof="0" dirty="0">
                <a:ln>
                  <a:noFill/>
                </a:ln>
                <a:solidFill>
                  <a:srgbClr val="99FFCC"/>
                </a:solidFill>
                <a:effectLst/>
                <a:uLnTx/>
                <a:uFillTx/>
                <a:latin typeface="Montserrat SemiBold" pitchFamily="2" charset="77"/>
                <a:ea typeface="+mn-ea"/>
                <a:cs typeface="+mn-cs"/>
              </a:rPr>
              <a:t>OUR SOLUTION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BDI brings Moody’s intelligence into client’s decision context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Banks</a:t>
            </a:r>
            <a:r>
              <a:rPr kumimoji="0" lang="en-US" sz="1400" b="1" i="0" strike="noStrike" kern="1200" cap="none" spc="0" normalizeH="0" noProof="0" dirty="0">
                <a:ln>
                  <a:noFill/>
                </a:ln>
                <a:effectLst/>
                <a:uLnTx/>
                <a:uFillTx/>
                <a:latin typeface="Montserrat SemiBold" pitchFamily="2" charset="77"/>
              </a:rPr>
              <a:t> make confident decisions easier</a:t>
            </a:r>
            <a:endParaRPr kumimoji="0" lang="en-US" sz="1200" i="0" strike="noStrike" kern="1200" cap="none" spc="0" normalizeH="0" baseline="0" noProof="0" dirty="0">
              <a:ln>
                <a:noFill/>
              </a:ln>
              <a:effectLst/>
              <a:uLnTx/>
              <a:uFillTx/>
              <a:latin typeface="Montserrat SemiBold" pitchFamily="2" charset="77"/>
              <a:ea typeface="+mn-ea"/>
              <a:cs typeface="+mn-cs"/>
            </a:endParaRPr>
          </a:p>
        </p:txBody>
      </p:sp>
      <p:sp>
        <p:nvSpPr>
          <p:cNvPr id="97" name="TextBox 96">
            <a:extLst>
              <a:ext uri="{FF2B5EF4-FFF2-40B4-BE49-F238E27FC236}">
                <a16:creationId xmlns:a16="http://schemas.microsoft.com/office/drawing/2014/main" id="{288484B8-B441-28D4-88DC-E9E7A8251F5E}"/>
              </a:ext>
            </a:extLst>
          </p:cNvPr>
          <p:cNvSpPr txBox="1"/>
          <p:nvPr/>
        </p:nvSpPr>
        <p:spPr>
          <a:xfrm>
            <a:off x="351250" y="1738734"/>
            <a:ext cx="914400" cy="914400"/>
          </a:xfrm>
          <a:prstGeom prst="rect">
            <a:avLst/>
          </a:prstGeom>
          <a:noFill/>
        </p:spPr>
        <p:txBody>
          <a:bodyPr wrap="none" lIns="0" tIns="0" rIns="0" bIns="0" rtlCol="0">
            <a:noAutofit/>
          </a:bodyPr>
          <a:lstStyle/>
          <a:p>
            <a:pPr algn="l">
              <a:lnSpc>
                <a:spcPct val="101000"/>
              </a:lnSpc>
            </a:pPr>
            <a:r>
              <a:rPr kumimoji="0" lang="en-US" sz="1200" b="0" i="0" u="none" strike="noStrike" kern="1200" cap="none" spc="0" normalizeH="0" baseline="0" noProof="0" dirty="0">
                <a:ln>
                  <a:noFill/>
                </a:ln>
                <a:effectLst/>
                <a:uLnTx/>
                <a:uFillTx/>
                <a:latin typeface="GT America Regular"/>
                <a:ea typeface="GT America Regular" charset="0"/>
                <a:cs typeface="GT America Regular" charset="0"/>
              </a:rPr>
              <a:t>Risk vs </a:t>
            </a:r>
          </a:p>
          <a:p>
            <a:pPr algn="l">
              <a:lnSpc>
                <a:spcPct val="101000"/>
              </a:lnSpc>
            </a:pPr>
            <a:r>
              <a:rPr kumimoji="0" lang="en-US" sz="1200" b="0" i="0" u="none" strike="noStrike" kern="1200" cap="none" spc="0" normalizeH="0" baseline="0" noProof="0" dirty="0">
                <a:ln>
                  <a:noFill/>
                </a:ln>
                <a:effectLst/>
                <a:uLnTx/>
                <a:uFillTx/>
                <a:latin typeface="GT America Regular"/>
                <a:ea typeface="GT America Regular" charset="0"/>
                <a:cs typeface="GT America Regular" charset="0"/>
              </a:rPr>
              <a:t>Return</a:t>
            </a:r>
          </a:p>
        </p:txBody>
      </p:sp>
      <p:sp>
        <p:nvSpPr>
          <p:cNvPr id="98" name="TextBox 97">
            <a:extLst>
              <a:ext uri="{FF2B5EF4-FFF2-40B4-BE49-F238E27FC236}">
                <a16:creationId xmlns:a16="http://schemas.microsoft.com/office/drawing/2014/main" id="{6B75BB8B-D4A7-FDDC-36DA-F595DB7B6854}"/>
              </a:ext>
            </a:extLst>
          </p:cNvPr>
          <p:cNvSpPr txBox="1"/>
          <p:nvPr/>
        </p:nvSpPr>
        <p:spPr>
          <a:xfrm>
            <a:off x="267262" y="2715165"/>
            <a:ext cx="914400" cy="464453"/>
          </a:xfrm>
          <a:prstGeom prst="rect">
            <a:avLst/>
          </a:prstGeom>
          <a:noFill/>
        </p:spPr>
        <p:txBody>
          <a:bodyPr wrap="none" lIns="0" tIns="0" rIns="0" bIns="0" rtlCol="0">
            <a:noAutofit/>
          </a:bodyPr>
          <a:lstStyle/>
          <a:p>
            <a:pPr algn="l">
              <a:lnSpc>
                <a:spcPct val="101000"/>
              </a:lnSpc>
            </a:pPr>
            <a:r>
              <a:rPr kumimoji="0" lang="en-US" sz="1200" b="0" i="0" u="none" strike="noStrike" kern="1200" cap="none" spc="0" normalizeH="0" baseline="0" noProof="0" dirty="0">
                <a:ln>
                  <a:noFill/>
                </a:ln>
                <a:effectLst/>
                <a:uLnTx/>
                <a:uFillTx/>
                <a:latin typeface="GT America Regular"/>
                <a:ea typeface="GT America Regular" charset="0"/>
                <a:cs typeface="GT America Regular" charset="0"/>
              </a:rPr>
              <a:t>Pricing vs </a:t>
            </a:r>
          </a:p>
          <a:p>
            <a:pPr algn="l">
              <a:lnSpc>
                <a:spcPct val="101000"/>
              </a:lnSpc>
            </a:pPr>
            <a:r>
              <a:rPr kumimoji="0" lang="en-US" sz="1200" b="0" i="0" u="none" strike="noStrike" kern="1200" cap="none" spc="0" normalizeH="0" baseline="0" noProof="0" dirty="0">
                <a:ln>
                  <a:noFill/>
                </a:ln>
                <a:effectLst/>
                <a:uLnTx/>
                <a:uFillTx/>
                <a:latin typeface="GT America Regular"/>
                <a:ea typeface="GT America Regular" charset="0"/>
                <a:cs typeface="GT America Regular" charset="0"/>
              </a:rPr>
              <a:t>Competitiveness</a:t>
            </a:r>
          </a:p>
        </p:txBody>
      </p:sp>
      <p:sp>
        <p:nvSpPr>
          <p:cNvPr id="99" name="TextBox 98">
            <a:extLst>
              <a:ext uri="{FF2B5EF4-FFF2-40B4-BE49-F238E27FC236}">
                <a16:creationId xmlns:a16="http://schemas.microsoft.com/office/drawing/2014/main" id="{4C09B8E1-0E5A-488B-DB29-1FD09B990792}"/>
              </a:ext>
            </a:extLst>
          </p:cNvPr>
          <p:cNvSpPr txBox="1"/>
          <p:nvPr/>
        </p:nvSpPr>
        <p:spPr>
          <a:xfrm>
            <a:off x="2448343" y="1730984"/>
            <a:ext cx="914400" cy="611025"/>
          </a:xfrm>
          <a:prstGeom prst="rect">
            <a:avLst/>
          </a:prstGeom>
          <a:noFill/>
        </p:spPr>
        <p:txBody>
          <a:bodyPr wrap="none" lIns="0" tIns="0" rIns="0" bIns="0" rtlCol="0">
            <a:noAutofit/>
          </a:bodyPr>
          <a:lstStyle/>
          <a:p>
            <a:pPr algn="l">
              <a:lnSpc>
                <a:spcPct val="101000"/>
              </a:lnSpc>
            </a:pPr>
            <a:r>
              <a:rPr lang="en-US" sz="1200" dirty="0">
                <a:latin typeface="GT America Regular"/>
                <a:ea typeface="GT America Regular" charset="0"/>
                <a:cs typeface="GT America Regular" charset="0"/>
              </a:rPr>
              <a:t>Growth vs </a:t>
            </a:r>
          </a:p>
          <a:p>
            <a:pPr algn="l">
              <a:lnSpc>
                <a:spcPct val="101000"/>
              </a:lnSpc>
            </a:pPr>
            <a:r>
              <a:rPr lang="en-US" sz="1200" dirty="0">
                <a:latin typeface="GT America Regular"/>
                <a:ea typeface="GT America Regular" charset="0"/>
                <a:cs typeface="GT America Regular" charset="0"/>
              </a:rPr>
              <a:t>Capital</a:t>
            </a:r>
            <a:endParaRPr kumimoji="0" lang="en-US" sz="1200" b="0" i="0" u="none" strike="noStrike" kern="1200" cap="none" spc="0" normalizeH="0" baseline="0" noProof="0" dirty="0">
              <a:ln>
                <a:noFill/>
              </a:ln>
              <a:effectLst/>
              <a:uLnTx/>
              <a:uFillTx/>
              <a:latin typeface="GT America Regular"/>
              <a:ea typeface="GT America Regular" charset="0"/>
              <a:cs typeface="GT America Regular" charset="0"/>
            </a:endParaRPr>
          </a:p>
        </p:txBody>
      </p:sp>
      <p:sp>
        <p:nvSpPr>
          <p:cNvPr id="100" name="TextBox 99">
            <a:extLst>
              <a:ext uri="{FF2B5EF4-FFF2-40B4-BE49-F238E27FC236}">
                <a16:creationId xmlns:a16="http://schemas.microsoft.com/office/drawing/2014/main" id="{2FFC5C69-2F44-7349-1A0B-FDD76053C9E9}"/>
              </a:ext>
            </a:extLst>
          </p:cNvPr>
          <p:cNvSpPr txBox="1"/>
          <p:nvPr/>
        </p:nvSpPr>
        <p:spPr>
          <a:xfrm>
            <a:off x="2224594" y="2707912"/>
            <a:ext cx="914400" cy="464453"/>
          </a:xfrm>
          <a:prstGeom prst="rect">
            <a:avLst/>
          </a:prstGeom>
          <a:noFill/>
        </p:spPr>
        <p:txBody>
          <a:bodyPr wrap="none" lIns="0" tIns="0" rIns="0" bIns="0" rtlCol="0">
            <a:noAutofit/>
          </a:bodyPr>
          <a:lstStyle/>
          <a:p>
            <a:pPr algn="l">
              <a:lnSpc>
                <a:spcPct val="101000"/>
              </a:lnSpc>
            </a:pPr>
            <a:r>
              <a:rPr lang="en-US" sz="1200" dirty="0">
                <a:latin typeface="GT America Regular"/>
                <a:ea typeface="GT America Regular" charset="0"/>
                <a:cs typeface="GT America Regular" charset="0"/>
              </a:rPr>
              <a:t>Relationships</a:t>
            </a:r>
            <a:r>
              <a:rPr lang="en-US" sz="1100" dirty="0">
                <a:latin typeface="GT America Regular"/>
                <a:ea typeface="GT America Regular" charset="0"/>
                <a:cs typeface="GT America Regular" charset="0"/>
              </a:rPr>
              <a:t> vs</a:t>
            </a:r>
          </a:p>
          <a:p>
            <a:pPr algn="l">
              <a:lnSpc>
                <a:spcPct val="101000"/>
              </a:lnSpc>
            </a:pPr>
            <a:r>
              <a:rPr kumimoji="0" lang="en-US" sz="1200" b="0" i="0" u="none" strike="noStrike" kern="1200" cap="none" spc="0" normalizeH="0" baseline="0" noProof="0" dirty="0">
                <a:ln>
                  <a:noFill/>
                </a:ln>
                <a:effectLst/>
                <a:uLnTx/>
                <a:uFillTx/>
                <a:latin typeface="GT America Regular"/>
                <a:ea typeface="GT America Regular" charset="0"/>
                <a:cs typeface="GT America Regular" charset="0"/>
              </a:rPr>
              <a:t>Limits</a:t>
            </a:r>
          </a:p>
        </p:txBody>
      </p:sp>
      <p:sp>
        <p:nvSpPr>
          <p:cNvPr id="101" name="TextBox 100">
            <a:extLst>
              <a:ext uri="{FF2B5EF4-FFF2-40B4-BE49-F238E27FC236}">
                <a16:creationId xmlns:a16="http://schemas.microsoft.com/office/drawing/2014/main" id="{7A6FE3E5-6898-9DD5-452A-F613AE9E45BF}"/>
              </a:ext>
            </a:extLst>
          </p:cNvPr>
          <p:cNvSpPr txBox="1"/>
          <p:nvPr/>
        </p:nvSpPr>
        <p:spPr>
          <a:xfrm>
            <a:off x="260894" y="116238"/>
            <a:ext cx="11137931" cy="954107"/>
          </a:xfrm>
          <a:prstGeom prst="rect">
            <a:avLst/>
          </a:prstGeom>
          <a:noFill/>
        </p:spPr>
        <p:txBody>
          <a:bodyPr wrap="square" rtlCol="0">
            <a:spAutoFit/>
          </a:bodyPr>
          <a:lstStyle/>
          <a:p>
            <a:pPr marL="0" lvl="1">
              <a:spcBef>
                <a:spcPct val="0"/>
              </a:spcBef>
            </a:pPr>
            <a:r>
              <a:rPr lang="en-US" sz="3200" b="1" dirty="0">
                <a:latin typeface="Financier Display Medium" panose="02020603070506060203" pitchFamily="18" charset="0"/>
                <a:ea typeface="+mj-ea"/>
                <a:cs typeface="+mj-cs"/>
              </a:rPr>
              <a:t>Simplifying Banking Decisions with Business Decision Intelligence</a:t>
            </a:r>
          </a:p>
          <a:p>
            <a:pPr marL="0" lvl="1">
              <a:spcBef>
                <a:spcPct val="0"/>
              </a:spcBef>
            </a:pPr>
            <a:r>
              <a:rPr lang="en-US" sz="2400" b="1" dirty="0">
                <a:latin typeface="Financier Display Medium" panose="02020603070506060203" pitchFamily="18" charset="0"/>
                <a:ea typeface="+mj-ea"/>
                <a:cs typeface="+mj-cs"/>
              </a:rPr>
              <a:t>From complex analytics to confident actions</a:t>
            </a:r>
          </a:p>
        </p:txBody>
      </p:sp>
      <p:sp>
        <p:nvSpPr>
          <p:cNvPr id="102" name="TextBox 101">
            <a:extLst>
              <a:ext uri="{FF2B5EF4-FFF2-40B4-BE49-F238E27FC236}">
                <a16:creationId xmlns:a16="http://schemas.microsoft.com/office/drawing/2014/main" id="{46147EBE-5345-1EE6-E6C5-3F70249B01BD}"/>
              </a:ext>
            </a:extLst>
          </p:cNvPr>
          <p:cNvSpPr txBox="1"/>
          <p:nvPr/>
        </p:nvSpPr>
        <p:spPr>
          <a:xfrm>
            <a:off x="4538604" y="2061929"/>
            <a:ext cx="1074565" cy="683499"/>
          </a:xfrm>
          <a:prstGeom prst="rect">
            <a:avLst/>
          </a:prstGeom>
          <a:noFill/>
        </p:spPr>
        <p:txBody>
          <a:bodyPr wrap="none" lIns="0" tIns="0" rIns="0" bIns="0" rtlCol="0">
            <a:noAutofit/>
          </a:bodyPr>
          <a:lstStyle/>
          <a:p>
            <a:pPr algn="ctr">
              <a:defRPr/>
            </a:pPr>
            <a:r>
              <a:rPr lang="en-US" sz="7200" b="1" dirty="0">
                <a:solidFill>
                  <a:srgbClr val="00B050"/>
                </a:solidFill>
                <a:effectLst>
                  <a:outerShdw blurRad="38100" dist="38100" dir="2700000" algn="tl">
                    <a:srgbClr val="000000">
                      <a:alpha val="43137"/>
                    </a:srgbClr>
                  </a:outerShdw>
                </a:effectLst>
                <a:latin typeface="Montserrat SemiBold" pitchFamily="2" charset="77"/>
              </a:rPr>
              <a:t>BDI</a:t>
            </a:r>
          </a:p>
        </p:txBody>
      </p:sp>
      <p:sp>
        <p:nvSpPr>
          <p:cNvPr id="103" name="TextBox 102">
            <a:extLst>
              <a:ext uri="{FF2B5EF4-FFF2-40B4-BE49-F238E27FC236}">
                <a16:creationId xmlns:a16="http://schemas.microsoft.com/office/drawing/2014/main" id="{F4889D44-8C5C-F0ED-6AD9-D3E06226BC91}"/>
              </a:ext>
            </a:extLst>
          </p:cNvPr>
          <p:cNvSpPr txBox="1">
            <a:spLocks/>
          </p:cNvSpPr>
          <p:nvPr/>
        </p:nvSpPr>
        <p:spPr>
          <a:xfrm>
            <a:off x="8426889" y="2386788"/>
            <a:ext cx="3701221" cy="33547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b="1" i="0" strike="noStrike" kern="1200" cap="none" spc="0" normalizeH="0" baseline="0" noProof="0" dirty="0">
                <a:ln>
                  <a:noFill/>
                </a:ln>
                <a:solidFill>
                  <a:srgbClr val="99FFCC"/>
                </a:solidFill>
                <a:effectLst/>
                <a:uLnTx/>
                <a:uFillTx/>
                <a:latin typeface="Montserrat SemiBold" pitchFamily="2" charset="77"/>
                <a:ea typeface="+mn-ea"/>
                <a:cs typeface="+mn-cs"/>
              </a:rPr>
              <a:t>BENEFITS</a:t>
            </a:r>
          </a:p>
          <a:p>
            <a:pPr>
              <a:defRPr/>
            </a:pPr>
            <a:r>
              <a:rPr lang="en-US" sz="1400" b="1" dirty="0">
                <a:solidFill>
                  <a:srgbClr val="99FFCC"/>
                </a:solidFill>
                <a:latin typeface="Montserrat SemiBold" pitchFamily="2" charset="77"/>
              </a:rPr>
              <a:t>EFFORTLESS DECISIONS</a:t>
            </a:r>
          </a:p>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Streamline preparation</a:t>
            </a: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b="1" dirty="0">
              <a:latin typeface="Montserrat SemiBold" pitchFamily="2" charset="77"/>
            </a:endParaRPr>
          </a:p>
          <a:p>
            <a:pPr>
              <a:defRPr/>
            </a:pPr>
            <a:r>
              <a:rPr lang="en-US" sz="1400" b="1" dirty="0">
                <a:solidFill>
                  <a:srgbClr val="99FFCC"/>
                </a:solidFill>
                <a:latin typeface="Montserrat SemiBold" pitchFamily="2" charset="77"/>
              </a:rPr>
              <a:t>CONFIDENCE &amp; CONSISTENCY</a:t>
            </a:r>
          </a:p>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Improve Decision quality</a:t>
            </a: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b="1" dirty="0">
              <a:latin typeface="Montserrat SemiBold" pitchFamily="2" charset="77"/>
            </a:endParaRPr>
          </a:p>
          <a:p>
            <a:pPr marR="0" lvl="0" indent="0" fontAlgn="auto">
              <a:lnSpc>
                <a:spcPct val="100000"/>
              </a:lnSpc>
              <a:spcBef>
                <a:spcPts val="0"/>
              </a:spcBef>
              <a:spcAft>
                <a:spcPts val="0"/>
              </a:spcAft>
              <a:buClrTx/>
              <a:buSzTx/>
              <a:buFontTx/>
              <a:buNone/>
              <a:tabLst/>
              <a:defRPr/>
            </a:pPr>
            <a:r>
              <a:rPr lang="en-US" sz="1400" b="1" dirty="0">
                <a:solidFill>
                  <a:srgbClr val="99FFCC"/>
                </a:solidFill>
                <a:latin typeface="Montserrat SemiBold" pitchFamily="2" charset="77"/>
              </a:rPr>
              <a:t>SEAMLESS INTEGRATION</a:t>
            </a:r>
          </a:p>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Fits existing workflows</a:t>
            </a: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b="1" dirty="0">
              <a:latin typeface="Montserrat SemiBold" pitchFamily="2" charset="77"/>
            </a:endParaRPr>
          </a:p>
          <a:p>
            <a:pPr marR="0" lvl="0" indent="0" fontAlgn="auto">
              <a:lnSpc>
                <a:spcPct val="100000"/>
              </a:lnSpc>
              <a:spcBef>
                <a:spcPts val="0"/>
              </a:spcBef>
              <a:spcAft>
                <a:spcPts val="0"/>
              </a:spcAft>
              <a:buClrTx/>
              <a:buSzTx/>
              <a:buFontTx/>
              <a:buNone/>
              <a:tabLst/>
              <a:defRPr/>
            </a:pPr>
            <a:r>
              <a:rPr lang="en-US" sz="1400" b="1" dirty="0">
                <a:solidFill>
                  <a:srgbClr val="99FFCC"/>
                </a:solidFill>
                <a:latin typeface="Montserrat SemiBold" pitchFamily="2" charset="77"/>
              </a:rPr>
              <a:t>MAXIMIZE VALUE</a:t>
            </a:r>
          </a:p>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latin typeface="Montserrat SemiBold" pitchFamily="2" charset="77"/>
              </a:rPr>
              <a:t>Leverage current analytics</a:t>
            </a: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b="1" dirty="0">
              <a:latin typeface="Montserrat SemiBold" pitchFamily="2" charset="77"/>
            </a:endParaRPr>
          </a:p>
          <a:p>
            <a:pPr marL="0" marR="0" lvl="0" indent="0" defTabSz="914400" rtl="0" eaLnBrk="1" fontAlgn="auto" latinLnBrk="0" hangingPunct="1">
              <a:lnSpc>
                <a:spcPct val="100000"/>
              </a:lnSpc>
              <a:spcBef>
                <a:spcPts val="0"/>
              </a:spcBef>
              <a:spcAft>
                <a:spcPts val="0"/>
              </a:spcAft>
              <a:buClrTx/>
              <a:buSzTx/>
              <a:buFontTx/>
              <a:buNone/>
              <a:tabLst/>
              <a:defRPr/>
            </a:pPr>
            <a:endParaRPr lang="en-US" sz="1600" b="1" dirty="0">
              <a:latin typeface="Montserrat SemiBold" pitchFamily="2" charset="77"/>
            </a:endParaRPr>
          </a:p>
        </p:txBody>
      </p:sp>
      <p:sp>
        <p:nvSpPr>
          <p:cNvPr id="104" name="TextBox 103">
            <a:extLst>
              <a:ext uri="{FF2B5EF4-FFF2-40B4-BE49-F238E27FC236}">
                <a16:creationId xmlns:a16="http://schemas.microsoft.com/office/drawing/2014/main" id="{BB968076-A57C-8D73-D36F-757561ED56A7}"/>
              </a:ext>
            </a:extLst>
          </p:cNvPr>
          <p:cNvSpPr txBox="1"/>
          <p:nvPr/>
        </p:nvSpPr>
        <p:spPr>
          <a:xfrm>
            <a:off x="1094973" y="6380665"/>
            <a:ext cx="914400" cy="269875"/>
          </a:xfrm>
          <a:prstGeom prst="rect">
            <a:avLst/>
          </a:prstGeom>
          <a:noFill/>
        </p:spPr>
        <p:txBody>
          <a:bodyPr wrap="none" lIns="0" tIns="0" rIns="0" bIns="0" rtlCol="0">
            <a:noAutofit/>
          </a:bodyPr>
          <a:lstStyle/>
          <a:p>
            <a:pPr algn="l">
              <a:lnSpc>
                <a:spcPct val="101000"/>
              </a:lnSpc>
              <a:spcAft>
                <a:spcPts val="600"/>
              </a:spcAft>
            </a:pPr>
            <a:r>
              <a:rPr kumimoji="0" lang="en-US" sz="1400" b="0" i="0" u="none" strike="noStrike" kern="1200" cap="none" spc="0" normalizeH="0" baseline="0" noProof="0" dirty="0">
                <a:ln>
                  <a:noFill/>
                </a:ln>
                <a:effectLst/>
                <a:uLnTx/>
                <a:uFillTx/>
                <a:latin typeface="GT America Regular"/>
                <a:ea typeface="GT America Regular" charset="0"/>
                <a:cs typeface="GT America Regular" charset="0"/>
              </a:rPr>
              <a:t>Should we pursue ?</a:t>
            </a:r>
          </a:p>
        </p:txBody>
      </p:sp>
      <p:sp>
        <p:nvSpPr>
          <p:cNvPr id="105" name="TextBox 104">
            <a:extLst>
              <a:ext uri="{FF2B5EF4-FFF2-40B4-BE49-F238E27FC236}">
                <a16:creationId xmlns:a16="http://schemas.microsoft.com/office/drawing/2014/main" id="{A256EFA2-310C-951E-4EEF-496A2D7A4D0E}"/>
              </a:ext>
            </a:extLst>
          </p:cNvPr>
          <p:cNvSpPr txBox="1"/>
          <p:nvPr/>
        </p:nvSpPr>
        <p:spPr>
          <a:xfrm>
            <a:off x="3438876" y="6381261"/>
            <a:ext cx="914400" cy="269875"/>
          </a:xfrm>
          <a:prstGeom prst="rect">
            <a:avLst/>
          </a:prstGeom>
          <a:noFill/>
        </p:spPr>
        <p:txBody>
          <a:bodyPr wrap="none" lIns="0" tIns="0" rIns="0" bIns="0" rtlCol="0">
            <a:noAutofit/>
          </a:bodyPr>
          <a:lstStyle/>
          <a:p>
            <a:pPr algn="l">
              <a:lnSpc>
                <a:spcPct val="101000"/>
              </a:lnSpc>
              <a:spcAft>
                <a:spcPts val="600"/>
              </a:spcAft>
            </a:pPr>
            <a:r>
              <a:rPr kumimoji="0" lang="en-US" sz="1400" b="0" i="0" u="none" strike="noStrike" kern="1200" cap="none" spc="0" normalizeH="0" baseline="0" noProof="0" dirty="0">
                <a:ln>
                  <a:noFill/>
                </a:ln>
                <a:effectLst/>
                <a:uLnTx/>
                <a:uFillTx/>
                <a:latin typeface="GT America Regular"/>
                <a:ea typeface="GT America Regular" charset="0"/>
                <a:cs typeface="GT America Regular" charset="0"/>
              </a:rPr>
              <a:t>How to structure ?</a:t>
            </a:r>
          </a:p>
        </p:txBody>
      </p:sp>
      <p:sp>
        <p:nvSpPr>
          <p:cNvPr id="106" name="TextBox 105">
            <a:extLst>
              <a:ext uri="{FF2B5EF4-FFF2-40B4-BE49-F238E27FC236}">
                <a16:creationId xmlns:a16="http://schemas.microsoft.com/office/drawing/2014/main" id="{C2D19A55-A856-F5D4-B3BC-7DC51E1E25D1}"/>
              </a:ext>
            </a:extLst>
          </p:cNvPr>
          <p:cNvSpPr txBox="1"/>
          <p:nvPr/>
        </p:nvSpPr>
        <p:spPr>
          <a:xfrm>
            <a:off x="5781596" y="6380665"/>
            <a:ext cx="914400" cy="269875"/>
          </a:xfrm>
          <a:prstGeom prst="rect">
            <a:avLst/>
          </a:prstGeom>
          <a:noFill/>
        </p:spPr>
        <p:txBody>
          <a:bodyPr wrap="none" lIns="0" tIns="0" rIns="0" bIns="0" rtlCol="0">
            <a:noAutofit/>
          </a:bodyPr>
          <a:lstStyle/>
          <a:p>
            <a:pPr algn="l">
              <a:lnSpc>
                <a:spcPct val="101000"/>
              </a:lnSpc>
              <a:spcAft>
                <a:spcPts val="600"/>
              </a:spcAft>
            </a:pPr>
            <a:r>
              <a:rPr kumimoji="0" lang="en-US" sz="1400" b="0" i="0" u="none" strike="noStrike" kern="1200" cap="none" spc="0" normalizeH="0" baseline="0" noProof="0" dirty="0">
                <a:ln>
                  <a:noFill/>
                </a:ln>
                <a:effectLst/>
                <a:uLnTx/>
                <a:uFillTx/>
                <a:latin typeface="GT America Regular"/>
                <a:ea typeface="GT America Regular" charset="0"/>
                <a:cs typeface="GT America Regular" charset="0"/>
              </a:rPr>
              <a:t>Do we approve ?</a:t>
            </a:r>
          </a:p>
        </p:txBody>
      </p:sp>
      <p:sp>
        <p:nvSpPr>
          <p:cNvPr id="107" name="TextBox 106">
            <a:extLst>
              <a:ext uri="{FF2B5EF4-FFF2-40B4-BE49-F238E27FC236}">
                <a16:creationId xmlns:a16="http://schemas.microsoft.com/office/drawing/2014/main" id="{89260649-CF27-5DBD-A25B-BF49172B0697}"/>
              </a:ext>
            </a:extLst>
          </p:cNvPr>
          <p:cNvSpPr txBox="1"/>
          <p:nvPr/>
        </p:nvSpPr>
        <p:spPr>
          <a:xfrm>
            <a:off x="9997285" y="6364730"/>
            <a:ext cx="914400" cy="269875"/>
          </a:xfrm>
          <a:prstGeom prst="rect">
            <a:avLst/>
          </a:prstGeom>
          <a:noFill/>
        </p:spPr>
        <p:txBody>
          <a:bodyPr wrap="none" lIns="0" tIns="0" rIns="0" bIns="0" rtlCol="0">
            <a:noAutofit/>
          </a:bodyPr>
          <a:lstStyle/>
          <a:p>
            <a:pPr algn="l">
              <a:lnSpc>
                <a:spcPct val="101000"/>
              </a:lnSpc>
              <a:spcAft>
                <a:spcPts val="600"/>
              </a:spcAft>
            </a:pPr>
            <a:r>
              <a:rPr lang="en-US" sz="1400" dirty="0">
                <a:latin typeface="GT America Regular"/>
                <a:ea typeface="GT America Regular" charset="0"/>
                <a:cs typeface="GT America Regular" charset="0"/>
              </a:rPr>
              <a:t>Where to grow</a:t>
            </a:r>
            <a:r>
              <a:rPr kumimoji="0" lang="en-US" sz="1400" b="0" i="0" u="none" strike="noStrike" kern="1200" cap="none" spc="0" normalizeH="0" baseline="0" noProof="0" dirty="0">
                <a:ln>
                  <a:noFill/>
                </a:ln>
                <a:effectLst/>
                <a:uLnTx/>
                <a:uFillTx/>
                <a:latin typeface="GT America Regular"/>
                <a:ea typeface="GT America Regular" charset="0"/>
                <a:cs typeface="GT America Regular" charset="0"/>
              </a:rPr>
              <a:t>?</a:t>
            </a:r>
          </a:p>
        </p:txBody>
      </p:sp>
      <p:pic>
        <p:nvPicPr>
          <p:cNvPr id="109" name="Picture 108">
            <a:extLst>
              <a:ext uri="{FF2B5EF4-FFF2-40B4-BE49-F238E27FC236}">
                <a16:creationId xmlns:a16="http://schemas.microsoft.com/office/drawing/2014/main" id="{F7C16811-3029-53D3-77C8-AC6E5B019603}"/>
              </a:ext>
            </a:extLst>
          </p:cNvPr>
          <p:cNvPicPr>
            <a:picLocks noChangeAspect="1"/>
          </p:cNvPicPr>
          <p:nvPr/>
        </p:nvPicPr>
        <p:blipFill>
          <a:blip r:embed="rId5">
            <a:lum bright="100000"/>
          </a:blip>
          <a:stretch>
            <a:fillRect/>
          </a:stretch>
        </p:blipFill>
        <p:spPr>
          <a:xfrm>
            <a:off x="9628610" y="6265793"/>
            <a:ext cx="338866" cy="338866"/>
          </a:xfrm>
          <a:prstGeom prst="rect">
            <a:avLst/>
          </a:prstGeom>
        </p:spPr>
      </p:pic>
      <p:pic>
        <p:nvPicPr>
          <p:cNvPr id="111" name="Picture 110">
            <a:extLst>
              <a:ext uri="{FF2B5EF4-FFF2-40B4-BE49-F238E27FC236}">
                <a16:creationId xmlns:a16="http://schemas.microsoft.com/office/drawing/2014/main" id="{35CE06C8-BE37-97F9-357B-C91C1BC9DF20}"/>
              </a:ext>
            </a:extLst>
          </p:cNvPr>
          <p:cNvPicPr>
            <a:picLocks noChangeAspect="1"/>
          </p:cNvPicPr>
          <p:nvPr/>
        </p:nvPicPr>
        <p:blipFill>
          <a:blip r:embed="rId3">
            <a:lum bright="100000"/>
          </a:blip>
          <a:stretch>
            <a:fillRect/>
          </a:stretch>
        </p:blipFill>
        <p:spPr>
          <a:xfrm>
            <a:off x="5140154" y="6183742"/>
            <a:ext cx="635000" cy="635000"/>
          </a:xfrm>
          <a:prstGeom prst="rect">
            <a:avLst/>
          </a:prstGeom>
        </p:spPr>
      </p:pic>
      <p:pic>
        <p:nvPicPr>
          <p:cNvPr id="115" name="Picture 114">
            <a:extLst>
              <a:ext uri="{FF2B5EF4-FFF2-40B4-BE49-F238E27FC236}">
                <a16:creationId xmlns:a16="http://schemas.microsoft.com/office/drawing/2014/main" id="{0AC7285A-F66D-BA52-44D4-F6E718177F55}"/>
              </a:ext>
            </a:extLst>
          </p:cNvPr>
          <p:cNvPicPr>
            <a:picLocks noChangeAspect="1"/>
          </p:cNvPicPr>
          <p:nvPr/>
        </p:nvPicPr>
        <p:blipFill>
          <a:blip r:embed="rId6">
            <a:lum bright="100000"/>
          </a:blip>
          <a:stretch>
            <a:fillRect/>
          </a:stretch>
        </p:blipFill>
        <p:spPr>
          <a:xfrm>
            <a:off x="2952577" y="6241938"/>
            <a:ext cx="408602" cy="408602"/>
          </a:xfrm>
          <a:prstGeom prst="rect">
            <a:avLst/>
          </a:prstGeom>
        </p:spPr>
      </p:pic>
      <p:pic>
        <p:nvPicPr>
          <p:cNvPr id="117" name="Picture 116">
            <a:extLst>
              <a:ext uri="{FF2B5EF4-FFF2-40B4-BE49-F238E27FC236}">
                <a16:creationId xmlns:a16="http://schemas.microsoft.com/office/drawing/2014/main" id="{B2184020-69B1-50FA-83FA-31C7453C09A0}"/>
              </a:ext>
            </a:extLst>
          </p:cNvPr>
          <p:cNvPicPr>
            <a:picLocks noChangeAspect="1"/>
          </p:cNvPicPr>
          <p:nvPr/>
        </p:nvPicPr>
        <p:blipFill>
          <a:blip r:embed="rId7">
            <a:lum bright="100000"/>
          </a:blip>
          <a:stretch>
            <a:fillRect/>
          </a:stretch>
        </p:blipFill>
        <p:spPr>
          <a:xfrm>
            <a:off x="374873" y="6229127"/>
            <a:ext cx="574340" cy="574340"/>
          </a:xfrm>
          <a:prstGeom prst="rect">
            <a:avLst/>
          </a:prstGeom>
        </p:spPr>
      </p:pic>
      <p:sp>
        <p:nvSpPr>
          <p:cNvPr id="118" name="Chevron 23">
            <a:extLst>
              <a:ext uri="{FF2B5EF4-FFF2-40B4-BE49-F238E27FC236}">
                <a16:creationId xmlns:a16="http://schemas.microsoft.com/office/drawing/2014/main" id="{F02C3714-643D-8465-B0EB-1FEF3D8C6D7B}"/>
              </a:ext>
            </a:extLst>
          </p:cNvPr>
          <p:cNvSpPr/>
          <p:nvPr/>
        </p:nvSpPr>
        <p:spPr>
          <a:xfrm>
            <a:off x="7260888" y="5719128"/>
            <a:ext cx="2145053" cy="457200"/>
          </a:xfrm>
          <a:prstGeom prst="chevron">
            <a:avLst/>
          </a:prstGeom>
          <a:solidFill>
            <a:srgbClr val="925AB2"/>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lang="en-US" sz="1200" b="1" dirty="0">
                <a:solidFill>
                  <a:srgbClr val="FFFFFF"/>
                </a:solidFill>
              </a:rPr>
              <a:t>PORTFOLIO</a:t>
            </a:r>
            <a:endParaRPr sz="1200" b="1" dirty="0">
              <a:solidFill>
                <a:srgbClr val="FFFFFF"/>
              </a:solidFill>
            </a:endParaRPr>
          </a:p>
        </p:txBody>
      </p:sp>
      <p:sp>
        <p:nvSpPr>
          <p:cNvPr id="119" name="TextBox 118">
            <a:extLst>
              <a:ext uri="{FF2B5EF4-FFF2-40B4-BE49-F238E27FC236}">
                <a16:creationId xmlns:a16="http://schemas.microsoft.com/office/drawing/2014/main" id="{031C9CCF-013C-94D9-0214-40BF7B6A7655}"/>
              </a:ext>
            </a:extLst>
          </p:cNvPr>
          <p:cNvSpPr txBox="1"/>
          <p:nvPr/>
        </p:nvSpPr>
        <p:spPr>
          <a:xfrm>
            <a:off x="7918693" y="6380665"/>
            <a:ext cx="914400" cy="269875"/>
          </a:xfrm>
          <a:prstGeom prst="rect">
            <a:avLst/>
          </a:prstGeom>
          <a:noFill/>
        </p:spPr>
        <p:txBody>
          <a:bodyPr wrap="none" lIns="0" tIns="0" rIns="0" bIns="0" rtlCol="0">
            <a:noAutofit/>
          </a:bodyPr>
          <a:lstStyle/>
          <a:p>
            <a:pPr algn="l">
              <a:lnSpc>
                <a:spcPct val="101000"/>
              </a:lnSpc>
              <a:spcAft>
                <a:spcPts val="600"/>
              </a:spcAft>
            </a:pPr>
            <a:r>
              <a:rPr lang="en-US" sz="1400" dirty="0">
                <a:latin typeface="GT America Regular"/>
                <a:ea typeface="GT America Regular" charset="0"/>
                <a:cs typeface="GT America Regular" charset="0"/>
              </a:rPr>
              <a:t>What to monitor </a:t>
            </a:r>
            <a:r>
              <a:rPr kumimoji="0" lang="en-US" sz="1400" b="0" i="0" u="none" strike="noStrike" kern="1200" cap="none" spc="0" normalizeH="0" baseline="0" noProof="0" dirty="0">
                <a:ln>
                  <a:noFill/>
                </a:ln>
                <a:effectLst/>
                <a:uLnTx/>
                <a:uFillTx/>
                <a:latin typeface="GT America Regular"/>
                <a:ea typeface="GT America Regular" charset="0"/>
                <a:cs typeface="GT America Regular" charset="0"/>
              </a:rPr>
              <a:t>?</a:t>
            </a:r>
          </a:p>
        </p:txBody>
      </p:sp>
      <p:pic>
        <p:nvPicPr>
          <p:cNvPr id="130" name="Picture 129">
            <a:extLst>
              <a:ext uri="{FF2B5EF4-FFF2-40B4-BE49-F238E27FC236}">
                <a16:creationId xmlns:a16="http://schemas.microsoft.com/office/drawing/2014/main" id="{7268162F-DBA7-FB88-A587-A28940BE3858}"/>
              </a:ext>
            </a:extLst>
          </p:cNvPr>
          <p:cNvPicPr>
            <a:picLocks noChangeAspect="1"/>
          </p:cNvPicPr>
          <p:nvPr/>
        </p:nvPicPr>
        <p:blipFill>
          <a:blip r:embed="rId8"/>
          <a:stretch>
            <a:fillRect/>
          </a:stretch>
        </p:blipFill>
        <p:spPr>
          <a:xfrm>
            <a:off x="7464622" y="6241938"/>
            <a:ext cx="368300" cy="45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p:cTn id="7" dur="1250" fill="hold"/>
                                        <p:tgtEl>
                                          <p:spTgt spid="94"/>
                                        </p:tgtEl>
                                        <p:attrNameLst>
                                          <p:attrName>ppt_w</p:attrName>
                                        </p:attrNameLst>
                                      </p:cBhvr>
                                      <p:tavLst>
                                        <p:tav tm="0">
                                          <p:val>
                                            <p:fltVal val="0"/>
                                          </p:val>
                                        </p:tav>
                                        <p:tav tm="100000">
                                          <p:val>
                                            <p:strVal val="#ppt_w"/>
                                          </p:val>
                                        </p:tav>
                                      </p:tavLst>
                                    </p:anim>
                                    <p:anim calcmode="lin" valueType="num">
                                      <p:cBhvr>
                                        <p:cTn id="8" dur="1250" fill="hold"/>
                                        <p:tgtEl>
                                          <p:spTgt spid="94"/>
                                        </p:tgtEl>
                                        <p:attrNameLst>
                                          <p:attrName>ppt_h</p:attrName>
                                        </p:attrNameLst>
                                      </p:cBhvr>
                                      <p:tavLst>
                                        <p:tav tm="0">
                                          <p:val>
                                            <p:fltVal val="0"/>
                                          </p:val>
                                        </p:tav>
                                        <p:tav tm="100000">
                                          <p:val>
                                            <p:strVal val="#ppt_h"/>
                                          </p:val>
                                        </p:tav>
                                      </p:tavLst>
                                    </p:anim>
                                    <p:anim calcmode="lin" valueType="num">
                                      <p:cBhvr>
                                        <p:cTn id="9" dur="1250" fill="hold"/>
                                        <p:tgtEl>
                                          <p:spTgt spid="94"/>
                                        </p:tgtEl>
                                        <p:attrNameLst>
                                          <p:attrName>style.rotation</p:attrName>
                                        </p:attrNameLst>
                                      </p:cBhvr>
                                      <p:tavLst>
                                        <p:tav tm="0">
                                          <p:val>
                                            <p:fltVal val="360"/>
                                          </p:val>
                                        </p:tav>
                                        <p:tav tm="100000">
                                          <p:val>
                                            <p:fltVal val="0"/>
                                          </p:val>
                                        </p:tav>
                                      </p:tavLst>
                                    </p:anim>
                                    <p:animEffect transition="in" filter="fade">
                                      <p:cBhvr>
                                        <p:cTn id="10" dur="1250"/>
                                        <p:tgtEl>
                                          <p:spTgt spid="94"/>
                                        </p:tgtEl>
                                      </p:cBhvr>
                                    </p:animEffect>
                                  </p:childTnLst>
                                </p:cTn>
                              </p:par>
                              <p:par>
                                <p:cTn id="11" presetID="16" presetClass="entr" presetSubtype="37" fill="hold" grpId="0" nodeType="withEffect">
                                  <p:stCondLst>
                                    <p:cond delay="6000"/>
                                  </p:stCondLst>
                                  <p:childTnLst>
                                    <p:set>
                                      <p:cBhvr>
                                        <p:cTn id="12" dur="1" fill="hold">
                                          <p:stCondLst>
                                            <p:cond delay="0"/>
                                          </p:stCondLst>
                                        </p:cTn>
                                        <p:tgtEl>
                                          <p:spTgt spid="95"/>
                                        </p:tgtEl>
                                        <p:attrNameLst>
                                          <p:attrName>style.visibility</p:attrName>
                                        </p:attrNameLst>
                                      </p:cBhvr>
                                      <p:to>
                                        <p:strVal val="visible"/>
                                      </p:to>
                                    </p:set>
                                    <p:animEffect transition="in" filter="barn(outVertical)">
                                      <p:cBhvr>
                                        <p:cTn id="13" dur="1250"/>
                                        <p:tgtEl>
                                          <p:spTgt spid="95"/>
                                        </p:tgtEl>
                                      </p:cBhvr>
                                    </p:animEffect>
                                  </p:childTnLst>
                                </p:cTn>
                              </p:par>
                              <p:par>
                                <p:cTn id="14" presetID="16" presetClass="entr" presetSubtype="37" fill="hold" grpId="0" nodeType="withEffect">
                                  <p:stCondLst>
                                    <p:cond delay="6000"/>
                                  </p:stCondLst>
                                  <p:childTnLst>
                                    <p:set>
                                      <p:cBhvr>
                                        <p:cTn id="15" dur="1" fill="hold">
                                          <p:stCondLst>
                                            <p:cond delay="0"/>
                                          </p:stCondLst>
                                        </p:cTn>
                                        <p:tgtEl>
                                          <p:spTgt spid="96"/>
                                        </p:tgtEl>
                                        <p:attrNameLst>
                                          <p:attrName>style.visibility</p:attrName>
                                        </p:attrNameLst>
                                      </p:cBhvr>
                                      <p:to>
                                        <p:strVal val="visible"/>
                                      </p:to>
                                    </p:set>
                                    <p:animEffect transition="in" filter="barn(outVertical)">
                                      <p:cBhvr>
                                        <p:cTn id="16" dur="1250"/>
                                        <p:tgtEl>
                                          <p:spTgt spid="96"/>
                                        </p:tgtEl>
                                      </p:cBhvr>
                                    </p:animEffect>
                                  </p:childTnLst>
                                </p:cTn>
                              </p:par>
                              <p:par>
                                <p:cTn id="17" presetID="16" presetClass="entr" presetSubtype="37" fill="hold" grpId="0" nodeType="withEffect">
                                  <p:stCondLst>
                                    <p:cond delay="6000"/>
                                  </p:stCondLst>
                                  <p:childTnLst>
                                    <p:set>
                                      <p:cBhvr>
                                        <p:cTn id="18" dur="1" fill="hold">
                                          <p:stCondLst>
                                            <p:cond delay="0"/>
                                          </p:stCondLst>
                                        </p:cTn>
                                        <p:tgtEl>
                                          <p:spTgt spid="103"/>
                                        </p:tgtEl>
                                        <p:attrNameLst>
                                          <p:attrName>style.visibility</p:attrName>
                                        </p:attrNameLst>
                                      </p:cBhvr>
                                      <p:to>
                                        <p:strVal val="visible"/>
                                      </p:to>
                                    </p:set>
                                    <p:animEffect transition="in" filter="barn(outVertical)">
                                      <p:cBhvr>
                                        <p:cTn id="19" dur="125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5" grpId="0"/>
      <p:bldP spid="96" grpId="0"/>
      <p:bldP spid="10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CF0FB7-E8EF-8E90-B8D8-21999E76928D}"/>
              </a:ext>
            </a:extLst>
          </p:cNvPr>
          <p:cNvSpPr>
            <a:spLocks noGrp="1"/>
          </p:cNvSpPr>
          <p:nvPr>
            <p:ph type="sldNum" sz="quarter" idx="12"/>
          </p:nvPr>
        </p:nvSpPr>
        <p:spPr/>
        <p:txBody>
          <a:bodyPr/>
          <a:lstStyle/>
          <a:p>
            <a:fld id="{9BEDD84C-04F4-FD4A-8F79-23CD1B9A766A}" type="slidenum">
              <a:rPr lang="en-US" smtClean="0"/>
              <a:t>2</a:t>
            </a:fld>
            <a:endParaRPr lang="en-US"/>
          </a:p>
        </p:txBody>
      </p:sp>
      <p:pic>
        <p:nvPicPr>
          <p:cNvPr id="5" name="Picture 4">
            <a:extLst>
              <a:ext uri="{FF2B5EF4-FFF2-40B4-BE49-F238E27FC236}">
                <a16:creationId xmlns:a16="http://schemas.microsoft.com/office/drawing/2014/main" id="{78E10E13-D17B-639C-33DE-9CAEF66AEA7B}"/>
              </a:ext>
            </a:extLst>
          </p:cNvPr>
          <p:cNvPicPr>
            <a:picLocks noChangeAspect="1"/>
          </p:cNvPicPr>
          <p:nvPr/>
        </p:nvPicPr>
        <p:blipFill>
          <a:blip r:embed="rId2"/>
          <a:stretch>
            <a:fillRect/>
          </a:stretch>
        </p:blipFill>
        <p:spPr>
          <a:xfrm>
            <a:off x="457200" y="914401"/>
            <a:ext cx="3917837" cy="5334029"/>
          </a:xfrm>
          <a:prstGeom prst="rect">
            <a:avLst/>
          </a:prstGeom>
        </p:spPr>
      </p:pic>
      <p:sp>
        <p:nvSpPr>
          <p:cNvPr id="2" name="TextBox 1">
            <a:extLst>
              <a:ext uri="{FF2B5EF4-FFF2-40B4-BE49-F238E27FC236}">
                <a16:creationId xmlns:a16="http://schemas.microsoft.com/office/drawing/2014/main" id="{82CED904-FB2A-5F7D-CBB2-57908560D817}"/>
              </a:ext>
            </a:extLst>
          </p:cNvPr>
          <p:cNvSpPr txBox="1"/>
          <p:nvPr/>
        </p:nvSpPr>
        <p:spPr>
          <a:xfrm>
            <a:off x="457200" y="137050"/>
            <a:ext cx="5105400" cy="461665"/>
          </a:xfrm>
          <a:prstGeom prst="rect">
            <a:avLst/>
          </a:prstGeom>
          <a:noFill/>
        </p:spPr>
        <p:txBody>
          <a:bodyPr wrap="square">
            <a:spAutoFit/>
          </a:bodyPr>
          <a:lstStyle/>
          <a:p>
            <a:pPr marL="0" lvl="1">
              <a:spcBef>
                <a:spcPct val="0"/>
              </a:spcBef>
            </a:pPr>
            <a:r>
              <a:rPr lang="en-US" sz="2400" b="1" dirty="0">
                <a:solidFill>
                  <a:schemeClr val="tx2"/>
                </a:solidFill>
                <a:latin typeface="Financier Display Medium" panose="02020603070506060203" pitchFamily="18" charset="0"/>
                <a:ea typeface="+mj-ea"/>
                <a:cs typeface="+mj-cs"/>
              </a:rPr>
              <a:t>Where real banking decisions happen</a:t>
            </a:r>
            <a:endParaRPr sz="2400" b="1" dirty="0">
              <a:solidFill>
                <a:schemeClr val="tx2"/>
              </a:solidFill>
              <a:latin typeface="Financier Display Medium" panose="02020603070506060203" pitchFamily="18" charset="0"/>
              <a:ea typeface="+mj-ea"/>
              <a:cs typeface="+mj-cs"/>
            </a:endParaRPr>
          </a:p>
        </p:txBody>
      </p:sp>
      <p:sp>
        <p:nvSpPr>
          <p:cNvPr id="6" name="TextBox 5">
            <a:extLst>
              <a:ext uri="{FF2B5EF4-FFF2-40B4-BE49-F238E27FC236}">
                <a16:creationId xmlns:a16="http://schemas.microsoft.com/office/drawing/2014/main" id="{8F3EFD59-0251-BFF7-D2CA-D5E6447DCCA1}"/>
              </a:ext>
            </a:extLst>
          </p:cNvPr>
          <p:cNvSpPr txBox="1"/>
          <p:nvPr/>
        </p:nvSpPr>
        <p:spPr>
          <a:xfrm>
            <a:off x="4838729" y="973008"/>
            <a:ext cx="7353271" cy="5216813"/>
          </a:xfrm>
          <a:prstGeom prst="rect">
            <a:avLst/>
          </a:prstGeom>
          <a:noFill/>
        </p:spPr>
        <p:txBody>
          <a:bodyPr wrap="square">
            <a:spAutoFit/>
          </a:bodyPr>
          <a:lstStyle/>
          <a:p>
            <a:pPr marL="285750" lvl="1" indent="-285750">
              <a:spcAft>
                <a:spcPts val="300"/>
              </a:spcAft>
              <a:buFont typeface="GT America Regular" charset="0"/>
              <a:buChar char="→"/>
            </a:pPr>
            <a:r>
              <a:rPr lang="en-US" dirty="0">
                <a:solidFill>
                  <a:schemeClr val="bg2">
                    <a:lumMod val="25000"/>
                  </a:schemeClr>
                </a:solidFill>
                <a:ea typeface="GT America Regular"/>
                <a:cs typeface="GT America Regular"/>
              </a:rPr>
              <a:t>When we talk to banks, most focus on improving one workflow like the credit memo.</a:t>
            </a:r>
          </a:p>
          <a:p>
            <a:endParaRPr lang="en-US" sz="2800" dirty="0">
              <a:effectLst/>
            </a:endParaRPr>
          </a:p>
          <a:p>
            <a:pPr marL="285750" lvl="1" indent="-285750">
              <a:spcAft>
                <a:spcPts val="300"/>
              </a:spcAft>
              <a:buFont typeface="GT America Regular" charset="0"/>
              <a:buChar char="→"/>
            </a:pPr>
            <a:r>
              <a:rPr lang="en-US" dirty="0">
                <a:solidFill>
                  <a:schemeClr val="bg2">
                    <a:lumMod val="25000"/>
                  </a:schemeClr>
                </a:solidFill>
                <a:ea typeface="GT America Regular"/>
                <a:cs typeface="GT America Regular"/>
              </a:rPr>
              <a:t>But decisions actually happen across many forums.</a:t>
            </a:r>
          </a:p>
          <a:p>
            <a:pPr marL="285750" lvl="1" indent="-285750">
              <a:spcAft>
                <a:spcPts val="300"/>
              </a:spcAft>
              <a:buFont typeface="GT America Regular" charset="0"/>
              <a:buChar char="→"/>
            </a:pPr>
            <a:endParaRPr lang="en-US" dirty="0">
              <a:solidFill>
                <a:schemeClr val="bg2">
                  <a:lumMod val="25000"/>
                </a:schemeClr>
              </a:solidFill>
              <a:ea typeface="GT America Regular"/>
              <a:cs typeface="GT America Regular"/>
            </a:endParaRPr>
          </a:p>
          <a:p>
            <a:pPr marL="285750" lvl="1" indent="-285750">
              <a:spcAft>
                <a:spcPts val="300"/>
              </a:spcAft>
              <a:buFont typeface="GT America Regular" charset="0"/>
              <a:buChar char="→"/>
            </a:pPr>
            <a:r>
              <a:rPr lang="en-US" dirty="0">
                <a:solidFill>
                  <a:schemeClr val="bg2">
                    <a:lumMod val="25000"/>
                  </a:schemeClr>
                </a:solidFill>
                <a:ea typeface="GT America Regular"/>
                <a:cs typeface="GT America Regular"/>
              </a:rPr>
              <a:t>Origination, structuring, portfolio management and credit committee are only part of the picture.</a:t>
            </a:r>
          </a:p>
          <a:p>
            <a:endParaRPr lang="en-US" sz="2800" i="1" dirty="0"/>
          </a:p>
          <a:p>
            <a:pPr marL="285750" lvl="1" indent="-285750">
              <a:spcAft>
                <a:spcPts val="300"/>
              </a:spcAft>
              <a:buFont typeface="GT America Regular" charset="0"/>
              <a:buChar char="→"/>
            </a:pPr>
            <a:r>
              <a:rPr lang="en-US" dirty="0">
                <a:solidFill>
                  <a:schemeClr val="bg2">
                    <a:lumMod val="25000"/>
                  </a:schemeClr>
                </a:solidFill>
                <a:ea typeface="GT America Regular"/>
                <a:cs typeface="GT America Regular"/>
              </a:rPr>
              <a:t>There are also ongoing portfolio, capital, and strategy decisions.</a:t>
            </a:r>
          </a:p>
          <a:p>
            <a:endParaRPr lang="en-US" sz="2800" dirty="0"/>
          </a:p>
          <a:p>
            <a:pPr marL="285750" lvl="1" indent="-285750">
              <a:spcAft>
                <a:spcPts val="300"/>
              </a:spcAft>
              <a:buFont typeface="GT America Regular" charset="0"/>
              <a:buChar char="→"/>
            </a:pPr>
            <a:r>
              <a:rPr lang="en-US" dirty="0">
                <a:solidFill>
                  <a:schemeClr val="bg2">
                    <a:lumMod val="25000"/>
                  </a:schemeClr>
                </a:solidFill>
                <a:ea typeface="GT America Regular"/>
                <a:cs typeface="GT America Regular"/>
              </a:rPr>
              <a:t>Moody’s already supports many of these moments today — through research, credit tools, and portfolio analytics.</a:t>
            </a:r>
          </a:p>
          <a:p>
            <a:endParaRPr lang="en-US" b="1" dirty="0"/>
          </a:p>
          <a:p>
            <a:endParaRPr lang="en-US" b="1" dirty="0">
              <a:effectLst/>
            </a:endParaRPr>
          </a:p>
          <a:p>
            <a:endParaRPr lang="en-US" b="1" dirty="0"/>
          </a:p>
          <a:p>
            <a:endParaRPr lang="en-US" dirty="0"/>
          </a:p>
        </p:txBody>
      </p:sp>
      <p:sp>
        <p:nvSpPr>
          <p:cNvPr id="7" name="Rectangle: Rounded Corners 6">
            <a:extLst>
              <a:ext uri="{FF2B5EF4-FFF2-40B4-BE49-F238E27FC236}">
                <a16:creationId xmlns:a16="http://schemas.microsoft.com/office/drawing/2014/main" id="{9F446B53-8576-1F21-4AAC-9DF51D4E1385}"/>
              </a:ext>
            </a:extLst>
          </p:cNvPr>
          <p:cNvSpPr/>
          <p:nvPr/>
        </p:nvSpPr>
        <p:spPr>
          <a:xfrm>
            <a:off x="4756008" y="5275421"/>
            <a:ext cx="7191375" cy="91440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BDI connects those perspectives so teams can make decisions with full context, not in silos</a:t>
            </a:r>
            <a:endParaRPr lang="en-US" dirty="0">
              <a:solidFill>
                <a:schemeClr val="tx1"/>
              </a:solidFill>
            </a:endParaRPr>
          </a:p>
        </p:txBody>
      </p:sp>
    </p:spTree>
    <p:extLst>
      <p:ext uri="{BB962C8B-B14F-4D97-AF65-F5344CB8AC3E}">
        <p14:creationId xmlns:p14="http://schemas.microsoft.com/office/powerpoint/2010/main" val="3783254260"/>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285750" indent="-285750" algn="l">
          <a:lnSpc>
            <a:spcPct val="101000"/>
          </a:lnSpc>
          <a:spcAft>
            <a:spcPts val="600"/>
          </a:spcAft>
          <a:buFont typeface="GT America" charset="0"/>
          <a:buChar char="→"/>
          <a:defRPr kumimoji="0" sz="1400" b="0" i="0" u="none" strike="noStrike" kern="1200" cap="none" spc="0" normalizeH="0" baseline="0" noProof="0" dirty="0" err="1" smtClean="0">
            <a:ln>
              <a:noFill/>
            </a:ln>
            <a:solidFill>
              <a:srgbClr val="000000"/>
            </a:solidFill>
            <a:effectLst/>
            <a:uLnTx/>
            <a:uFillTx/>
            <a:latin typeface="GT America Regular"/>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April2024-SF.potx" id="{040529F5-FBBF-47BC-8F06-DC3756A7CAA9}" vid="{F00D5237-9168-4A15-9576-4F80E514D8FC}"/>
    </a:ext>
  </a:extLst>
</a:theme>
</file>

<file path=ppt/theme/theme2.xml><?xml version="1.0" encoding="utf-8"?>
<a:theme xmlns:a="http://schemas.openxmlformats.org/drawingml/2006/main" name="1_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April2024-SF.potx" id="{040529F5-FBBF-47BC-8F06-DC3756A7CAA9}" vid="{F00D5237-9168-4A15-9576-4F80E514D8FC}"/>
    </a:ext>
  </a:extLst>
</a:theme>
</file>

<file path=ppt/theme/theme3.xml><?xml version="1.0" encoding="utf-8"?>
<a:theme xmlns:a="http://schemas.openxmlformats.org/drawingml/2006/main" name="2_Moody's">
  <a:themeElements>
    <a:clrScheme name="Chart light">
      <a:dk1>
        <a:srgbClr val="000000"/>
      </a:dk1>
      <a:lt1>
        <a:srgbClr val="FFFFFF"/>
      </a:lt1>
      <a:dk2>
        <a:srgbClr val="0A1264"/>
      </a:dk2>
      <a:lt2>
        <a:srgbClr val="D7D8D7"/>
      </a:lt2>
      <a:accent1>
        <a:srgbClr val="005EFF"/>
      </a:accent1>
      <a:accent2>
        <a:srgbClr val="5EB6BC"/>
      </a:accent2>
      <a:accent3>
        <a:srgbClr val="C64809"/>
      </a:accent3>
      <a:accent4>
        <a:srgbClr val="BA0168"/>
      </a:accent4>
      <a:accent5>
        <a:srgbClr val="CFD0E1"/>
      </a:accent5>
      <a:accent6>
        <a:srgbClr val="11174F"/>
      </a:accent6>
      <a:hlink>
        <a:srgbClr val="005EFF"/>
      </a:hlink>
      <a:folHlink>
        <a:srgbClr val="D9017A"/>
      </a:folHlink>
    </a:clrScheme>
    <a:fontScheme name="Moody's">
      <a:majorFont>
        <a:latin typeface="Financier Display Semibold"/>
        <a:ea typeface=""/>
        <a:cs typeface=""/>
      </a:majorFont>
      <a:minorFont>
        <a:latin typeface="GT America Regular"/>
        <a:ea typeface=""/>
        <a:cs typeface=""/>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marL="285750" indent="-285750" algn="l">
          <a:lnSpc>
            <a:spcPct val="101000"/>
          </a:lnSpc>
          <a:spcAft>
            <a:spcPts val="600"/>
          </a:spcAft>
          <a:buFont typeface="GT America" charset="0"/>
          <a:buChar char="→"/>
          <a:defRPr kumimoji="0" sz="1400" b="0" i="0" u="none" strike="noStrike" kern="1200" cap="none" spc="0" normalizeH="0" baseline="0" noProof="0" dirty="0" err="1" smtClean="0">
            <a:ln>
              <a:noFill/>
            </a:ln>
            <a:solidFill>
              <a:srgbClr val="000000"/>
            </a:solidFill>
            <a:effectLst/>
            <a:uLnTx/>
            <a:uFillTx/>
            <a:latin typeface="GT America Regular"/>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v02-14.potx  -  Repaired" id="{37B86DF0-43A7-4C49-9A9F-05EB5E83551E}" vid="{AEEDAA09-714F-4425-A4EA-D3C21490EB7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04AE2FD8A66F4AAD1413CBF4353BA3" ma:contentTypeVersion="17" ma:contentTypeDescription="Create a new document." ma:contentTypeScope="" ma:versionID="1e9a8e85719e06524313f9c6f492c6b7">
  <xsd:schema xmlns:xsd="http://www.w3.org/2001/XMLSchema" xmlns:xs="http://www.w3.org/2001/XMLSchema" xmlns:p="http://schemas.microsoft.com/office/2006/metadata/properties" xmlns:ns2="3d4fa31e-f046-4b23-b190-675327a8395c" xmlns:ns3="04e4ea75-aae8-46ac-976a-f0308ce696d3" targetNamespace="http://schemas.microsoft.com/office/2006/metadata/properties" ma:root="true" ma:fieldsID="a121e34f2c78790d73ad1ada0d9fba19" ns2:_="" ns3:_="">
    <xsd:import namespace="3d4fa31e-f046-4b23-b190-675327a8395c"/>
    <xsd:import namespace="04e4ea75-aae8-46ac-976a-f0308ce696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3:SharedWithUsers" minOccurs="0"/>
                <xsd:element ref="ns3:SharedWithDetails" minOccurs="0"/>
                <xsd:element ref="ns2:MediaServiceObjectDetectorVersions" minOccurs="0"/>
                <xsd:element ref="ns2:MediaServiceSearchProperties" minOccurs="0"/>
                <xsd:element ref="ns2:MediaServiceLocation" minOccurs="0"/>
                <xsd:element ref="ns2:_Flow_SignoffStatu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4fa31e-f046-4b23-b190-675327a839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e463ce4-1673-456b-b56a-569ad750cc1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_Flow_SignoffStatus" ma:index="23" nillable="true" ma:displayName="Sign-off status" ma:internalName="Sign_x002d_off_x0020_status">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4e4ea75-aae8-46ac-976a-f0308ce696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d05c1d3-75d2-4ab3-915c-d6fa008f41c2}" ma:internalName="TaxCatchAll" ma:showField="CatchAllData" ma:web="04e4ea75-aae8-46ac-976a-f0308ce696d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3d4fa31e-f046-4b23-b190-675327a8395c" xsi:nil="true"/>
    <TaxCatchAll xmlns="04e4ea75-aae8-46ac-976a-f0308ce696d3" xsi:nil="true"/>
    <lcf76f155ced4ddcb4097134ff3c332f xmlns="3d4fa31e-f046-4b23-b190-675327a8395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EBAEA14-A971-444C-925B-9BB536645FE1}">
  <ds:schemaRefs>
    <ds:schemaRef ds:uri="04e4ea75-aae8-46ac-976a-f0308ce696d3"/>
    <ds:schemaRef ds:uri="3d4fa31e-f046-4b23-b190-675327a839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E7B4882-5D42-4E8C-B528-2F3E9BEAF5E0}">
  <ds:schemaRefs>
    <ds:schemaRef ds:uri="http://schemas.microsoft.com/sharepoint/v3/contenttype/forms"/>
  </ds:schemaRefs>
</ds:datastoreItem>
</file>

<file path=customXml/itemProps3.xml><?xml version="1.0" encoding="utf-8"?>
<ds:datastoreItem xmlns:ds="http://schemas.openxmlformats.org/officeDocument/2006/customXml" ds:itemID="{349C518F-3818-46A4-8945-CF20683D7933}">
  <ds:schemaRefs>
    <ds:schemaRef ds:uri="04e4ea75-aae8-46ac-976a-f0308ce696d3"/>
    <ds:schemaRef ds:uri="3d4fa31e-f046-4b23-b190-675327a839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199</Words>
  <Application>Microsoft Office PowerPoint</Application>
  <PresentationFormat>Widescreen</PresentationFormat>
  <Paragraphs>54</Paragraphs>
  <Slides>2</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vt:i4>
      </vt:variant>
    </vt:vector>
  </HeadingPairs>
  <TitlesOfParts>
    <vt:vector size="14" baseType="lpstr">
      <vt:lpstr>GT America</vt:lpstr>
      <vt:lpstr>Aptos</vt:lpstr>
      <vt:lpstr>Arial</vt:lpstr>
      <vt:lpstr>Calibri</vt:lpstr>
      <vt:lpstr>Financier Display Medium</vt:lpstr>
      <vt:lpstr>Financier Display Semibold</vt:lpstr>
      <vt:lpstr>GT America Regular</vt:lpstr>
      <vt:lpstr>Montserrat SemiBold</vt:lpstr>
      <vt:lpstr>Times New Roman</vt:lpstr>
      <vt:lpstr>Moody's</vt:lpstr>
      <vt:lpstr>1_Moody's</vt:lpstr>
      <vt:lpstr>2_Moody's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March 2024</dc:title>
  <dc:subject/>
  <dc:creator>Mario Alfaro (Moody's)</dc:creator>
  <cp:keywords/>
  <dc:description/>
  <cp:lastModifiedBy>Alexis Hamar (Moody's)</cp:lastModifiedBy>
  <cp:revision>4</cp:revision>
  <cp:lastPrinted>2026-01-07T17:03:49Z</cp:lastPrinted>
  <dcterms:created xsi:type="dcterms:W3CDTF">2024-03-11T20:17:04Z</dcterms:created>
  <dcterms:modified xsi:type="dcterms:W3CDTF">2026-02-17T11:49:09Z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0x0101008E04AE2FD8A66F4AAD1413CBF4353BA3</vt:lpwstr>
  </property>
  <property fmtid="{D5CDD505-2E9C-101B-9397-08002B2CF9AE}" pid="3" name="MediaServiceImageTags">
    <vt:lpwstr/>
  </property>
</Properties>
</file>